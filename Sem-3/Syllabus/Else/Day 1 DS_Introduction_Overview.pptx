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placement revision series. Emphasize that this module is purely implementation-focused with real-life problem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reframing DS not as textbook topics but as tools. Every tool has a shape, a rule, and a use case. If students can identify these three things, they can answer any interview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as a quick-reference card. Ask students to identify which DS to use just by reading a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 this 3-step approach until it becomes instinct. In an interview, narrating your thought process through these 3 steps alone impresses many interviewers before any code is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LIFO with the physical plate analogy. All 4 operations are O(1) — this is a key point interviewers test. Use cases column gives a cheat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deque vs list performance insight is a quick win in interviews. Also, connecting each variant to a real use case (hospital OPD for simple, toll plaza for circular, Dijkstra for priority) makes it memorable.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cheat sheet should be memorized. Quiz students: read out a problem trigger and ask them to name the DS before you reveal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session with this mantra. Run a rapid-fire quiz: read problem triggers, students call out the DS. First to answer correctly gets a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Revision Series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Containers · Access Patterns · Real-Life Problems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844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DS has a Shape, a Rule, and a Use Case. Master these three — master any interview."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Module | Second Year | Placement Prep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Data Structures?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Think of Data Structures as Smart Containers — each designed for a specific job, just like tools in a toolbox.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057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1691640" cy="0"/>
          </a:xfrm>
          <a:prstGeom prst="line">
            <a:avLst/>
          </a:prstGeom>
          <a:noFill/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physically arranged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(linear, hierarchical, networked)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96596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057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0" y="2606040"/>
            <a:ext cx="1691640" cy="0"/>
          </a:xfrm>
          <a:prstGeom prst="line">
            <a:avLst/>
          </a:prstGeom>
          <a:noFill/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6974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accessed or modified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(LIFO, FIFO, random, priority)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2606040" cy="2560320"/>
          </a:xfrm>
          <a:prstGeom prst="roundRect">
            <a:avLst>
              <a:gd name="adj" fmla="val 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0574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606040"/>
            <a:ext cx="1691640" cy="0"/>
          </a:xfrm>
          <a:prstGeom prst="line">
            <a:avLst/>
          </a:prstGeom>
          <a:noFill/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697480"/>
            <a:ext cx="2423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problem it solves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(undo, scheduling, routing...)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3 pillars for any DS → nail any interview question.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at a Glance — The Golden Table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84048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246888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Data Structure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Shape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Rule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Real-World Vibe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Shelf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Fixed index slots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Movie theater seats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Stack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Pile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Last In, First Out (LIFO)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Stack of plates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Queue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First In, First Out (FIFO)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McDonald's drive-through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Linked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Chain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Nodes pointing forward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Train coaches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Family tree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Parent → Children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Company org chart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0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Graph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Web / Network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Any node → Any node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Google Maps routing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3-Step Interview Formula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777240" cy="7772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34440" y="114300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37560" y="12070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real-world behavior is happening?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Is data ordered? How is it accessed? Is there a priority? What happens when items are added/removed?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34440" y="237744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2423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37560" y="244144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DS matches that behavior?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Undo/Back = Stack  |  Queue/Waitlist = Queue  |  Nearest neighbour = Graph  |  Hierarchy = Tree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234440" y="3611880"/>
            <a:ext cx="75895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3657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37560" y="36758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with core operations.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0690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operations (push/pop, enqueue/dequeue), state edge cases, then code. Always mention time complexity.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this formula BEFORE writing any code — it earns marks even if the code isn't perfect.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— Deep 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 →  Last 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2D4A6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1A2E4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603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 →  First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Last In, First Out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1508760"/>
            <a:ext cx="5303520" cy="475488"/>
          </a:xfrm>
          <a:prstGeom prst="roundRect">
            <a:avLst>
              <a:gd name="adj" fmla="val 13462"/>
            </a:avLst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5087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push(x)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15087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 on top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9560" y="15087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075688"/>
            <a:ext cx="5303520" cy="475488"/>
          </a:xfrm>
          <a:prstGeom prst="roundRect">
            <a:avLst>
              <a:gd name="adj" fmla="val 13462"/>
            </a:avLst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0756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20756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top item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09560" y="207568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2642616"/>
            <a:ext cx="5303520" cy="475488"/>
          </a:xfrm>
          <a:prstGeom prst="roundRect">
            <a:avLst>
              <a:gd name="adj" fmla="val 13462"/>
            </a:avLst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64261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264261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top without removing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09560" y="264261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209544"/>
            <a:ext cx="5303520" cy="475488"/>
          </a:xfrm>
          <a:prstGeom prst="roundRect">
            <a:avLst>
              <a:gd name="adj" fmla="val 13462"/>
            </a:avLst>
          </a:prstGeom>
          <a:solidFill>
            <a:srgbClr val="1A2E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2095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32095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empty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09560" y="32095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66160" y="38404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 Stack: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66160" y="420624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 systems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Back / Forward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bracket checking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call stack simulation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evaluation (infix → postfix)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— Deep 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3258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91640" y="1097280"/>
            <a:ext cx="132588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0972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132588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0972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097280"/>
            <a:ext cx="132588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0972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097280"/>
            <a:ext cx="13258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0972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1828800"/>
            <a:ext cx="7269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Dequeue (popleft)                 Enqueue (append)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176272"/>
            <a:ext cx="7269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First In, First 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Variants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0175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Queue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30175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— O(1) popleft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30175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0175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buffer, (rear+1)%n wrap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6732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76732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14600" y="37673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heapq — serves by priority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767328"/>
            <a:ext cx="4114800" cy="621792"/>
          </a:xfrm>
          <a:prstGeom prst="roundRect">
            <a:avLst>
              <a:gd name="adj" fmla="val 11765"/>
            </a:avLst>
          </a:prstGeom>
          <a:solidFill>
            <a:srgbClr val="1A2E4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6732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376732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Insert/delete both ends O(1)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collections.deque in Python — list.pop(0) is O(n), deque.popleft() is O(1). Say this in every interview!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Pattern Recognition — Placement Cheat Sheet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8862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1188720"/>
              </a:tblGrid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If problem says...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Use This →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Undo / Redo / Back button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Stack (2 stacks)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Balanced brackets / Nested structure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Stack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Nearest greater / smaller element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Monotonic Stack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Evaluate expression (BODMAS)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Stack (postfix)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Collision / Cancellation logic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Stack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First come, first served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Simple Queue (deque)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Batch processing / Grouping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Queue + threshold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Escalation / Multi-level serving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Multiple Queues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Seat / Ticket waitlist system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Queue + Set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Fixed buffer / Streaming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Circular Queue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Priority-based serving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heapq (Priority Q)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Placement Mantra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1371600"/>
          </a:xfrm>
          <a:prstGeom prst="roundRect">
            <a:avLst>
              <a:gd name="adj" fmla="val 10000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70432"/>
            <a:ext cx="7498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writing code, say out loud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access pattern?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= Stack.  FIFO = Queue.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sentence scores you marks in any interview."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real-world behavior before opening your editor.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743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3291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Wins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37033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over list. Always state time complexity unprompted.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743200"/>
            <a:ext cx="2651760" cy="1920240"/>
          </a:xfrm>
          <a:prstGeom prst="roundRect">
            <a:avLst>
              <a:gd name="adj" fmla="val 4762"/>
            </a:avLst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35040" y="32918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 Aloud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370332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out loud through the 3-step formula earns marks.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— Placement Revision</dc:title>
  <dc:subject>PptxGenJS Presentation</dc:subject>
  <dc:creator>PptxGenJS</dc:creator>
  <cp:lastModifiedBy>PptxGenJS</cp:lastModifiedBy>
  <cp:revision>1</cp:revision>
  <dcterms:created xsi:type="dcterms:W3CDTF">2026-06-28T23:17:14Z</dcterms:created>
  <dcterms:modified xsi:type="dcterms:W3CDTF">2026-06-28T23:17:14Z</dcterms:modified>
</cp:coreProperties>
</file>