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415A7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C97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Footprinting, Reconnaissance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Scanning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OSINT  •  Active Reconnaissance  •  Network Enumeration  •  Vulnerability Scanning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00C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TechDefence Labs  |  Diploma in Cyber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OSINT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21945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dorking, WHOIS, DNS, Shodan, theHarvester, Maltego, LinkedIn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2024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Reconnaissance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34290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types, version/OS detection, NSE scripts, timing, banner grabbing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976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920240" y="4297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Enumeration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46634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with enum4linux, SNMP walking, zone transfers, HTTP enumeration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321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920240" y="5532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58978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 Essentials, CVSS v3.1, CVE lookup, severity triage, false positives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4572000" cy="4572000"/>
          </a:xfrm>
          <a:prstGeom prst="ellipse">
            <a:avLst/>
          </a:prstGeom>
          <a:solidFill>
            <a:srgbClr val="415A77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OSINT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intelligence about a target without ever touching its systems directly — no packets sent to the target, no logs generated on their side.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Dorking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results to a single domain — e.g. finding every indexed page or subdomain belonging to a target organization.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404872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filetype: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679192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a specific document extension (pdf, xlsx, docx) — often surfaces leaked configs, reports, or credentials.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246120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intitle: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520440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pages whose &lt;title&gt; tag contains a term, e.g. intitle:"index of" to spot exposed directory listings.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087368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inurl: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36168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keywords in the URL path, useful for locating login portals, admin panels, or parameter patterns.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4928616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7552" y="5202936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Google's stored snapshot of a page — can reveal content the target has since removed or altered.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DORK COMBINATIONS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exposed login portals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site:target.com inurl:login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06640" y="303580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leaked spreadsheets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71232" y="3328416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site:target.com filetype:xlsx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06640" y="3922776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71232" y="3977640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open directories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71232" y="4215384"/>
            <a:ext cx="3648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intitle:"index of" "parent directory"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site:target.com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5111496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71232" y="5166360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 removed page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71232" y="5404104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cache:target.com/old-page.html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WHOIS Lookup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reveals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registrar, creation/expiry dates, name servers, and — unless privacy-protected — registrant contact details.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recon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Registrant names and emails feed social-engineering profiles; name servers reveal hosting/DNS providers; creation dates hint at infrastructure 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registrars now mask personal data behind proxy services (e.g. WhoisGuard), so results often show the proxy, not the real owner.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sources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WHOIS databases can reveal past ownership before privacy protection was enabled.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USAGE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WHOIS query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whois target.com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35808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specific field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3328416"/>
            <a:ext cx="3648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whois target.com | grep -i "registrar"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whois target.com | grep -i "name server"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Record Types &amp; Querying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hostname to an IPv4 address — the core building block for identifying live hosts.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404872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record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679192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mail servers for a domain; reveals email infrastructure (often Google Workspace, Microsoft 365, or on-prem).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246120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record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520440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authoritative name servers for a domain — tells you who actually manages DNS resolution.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087368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record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36168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 used for SPF/DKIM/DMARC policies, domain verification tokens, and sometimes leaked internal notes.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4928616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AXFR (zone transfer attempt)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7552" y="5202936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 full copy of a DNS zone; if misconfigured, a server will hand over every subdomain and internal record it holds — a serious misconfiguration.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COMMAND EXAMPLES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target.com 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06640" y="303580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servers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71232" y="3328416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target.com MX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06640" y="3922776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71232" y="3977640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servers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71232" y="4215384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target.com NS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4809744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71232" y="4864608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records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71232" y="5102352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target.com TXT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406640" y="5696712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71232" y="5751576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transfer attempt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71232" y="5989320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axfr target.com @ns1.target.com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Shodan — Search for Exposed Services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Shodan indexes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engine that continuously scans the entire internet and catalogs banners from open ports — web servers, webcams, ICS/SCADA, databases, routers.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passive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query Shodan's existing database instead of scanning the target yourself, so no traffic ever reaches their network.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 cases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forgotten or shadow-IT assets, exposed RDP/VNC/database ports, default-credential devices, and IoT/OT exposure tied to an organization.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search filters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org:, hostname:, port:, and product: narrow results to a specific company's footprint or a specific software/service.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SHODAN QUERIES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belonging to an org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org:"Target Corp"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3580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RDP for a domain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3328416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hostname:target.com port:3389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06640" y="3922776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71232" y="3977640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product/version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71232" y="4215384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product:"Apache httpd" org:"Target Corp"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theHarvester — Email &amp; Subdomain Harvesting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collection of emails, subdomains, hostnames, open ports, and employee names from public sources in one pass.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it queries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(Google, Bing), certificate transparency logs (crt.sh), Shodan, LinkedIn, and other configured OSINT APIs.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initial attack-surface map and a phishing/target list without a single packet touching the target's network.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harvested emails and subdomains against DNS/WHOIS results to remove stale or unrelated entries before reporting.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USAGE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from all sources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theHarvester -d target.com -b all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3580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to specific sources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3328416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theHarvester -d target.com -b google,crtsh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06640" y="3922776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71232" y="3977640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results to file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71232" y="4215384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theHarvester -d target.com -b all -f report.html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Maltego Community Edition — Relationship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graph-based OSINT tool that visually links entities — domains, IPs, emails, people, organizations — using automated "transforms".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transform queries a data source (DNS, WHOIS, search engines, social media) and adds newly discovered entities as connected nodes.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Edition limits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caps results per transform and restricts access to some premium transforms available only in paid versions.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value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scattered OSINT data points into a single visual map, making hidden relationships (shared infrastructure, common registrants) easy to spot.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OSINT — Employee Enumeration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employees, their roles, and organizational structure to build a target list for phishing simulations or social-engineering assessments.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extract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titles, department names, technology stack mentioned in profiles/postings, and reporting hierarchies visible in public profiles.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Dork-assisted enumeration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LinkedIn with Google dorking (site:linkedin.com/in "Target Corp") when direct search/API access is limited.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Ethical/legal note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collect data that is publicly visible and stay within the agreed scope — this is intelligence gathering, not intrusion.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DORK-ASSISTED SEARCH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employee profiles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site:linkedin.com/in "Target Corp"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3580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specific role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3328416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site:linkedin.com/in "Target Corp" "IT Administrator"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4572000" cy="4572000"/>
          </a:xfrm>
          <a:prstGeom prst="ellipse">
            <a:avLst/>
          </a:prstGeom>
          <a:solidFill>
            <a:srgbClr val="415A77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Reconnaissance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interaction with target systems — packets are sent, connections are attempted, and activity can be logged or detected.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RECONNAISSANCE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Scan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5448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691640"/>
            <a:ext cx="246888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704088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488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21488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SYN ("half-open")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214884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SYN packet only; a SYN/ACK reply means open, RST means closed. Never completes the handshake — fast and stealthier than a full connect.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517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12848" y="26517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265176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full three-way handshake via the OS socket API. Slower and more visible in logs, but doesn't require raw-socket privileges.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1546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12848" y="31546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Scan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315468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UDP packets and waits for an ICMP "port unreachable" to mark closed ports; no reply often means open|filtered. Much slower than TCP scans.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11064240" cy="502920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6576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36576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 ("ping scan")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81728" y="365760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port scanning entirely — just determines which hosts on a range are alive, via ARP/ICMP/TCP probes.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1605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12848" y="41605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81728" y="41605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OS detection, version detection, script scanning, and traceroute into a single flag — thorough but noisy and slow.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scan type balances speed, stealth, accuracy, and required privileges (-sS/-sU need raw socket access, typically root).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RECONNAISSANCE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Detection &amp; OS Fingerprinting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-sV (Version Detection)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open ports with a series of protocol-specific packets and compares responses against a signature database to identify the exact service and version (e.g. Apache 2.4.41).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matters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version numbers let you map a service directly to known CVEs, rather than just knowing "a web server is running."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 (OS Fingerprinting)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subtle differences in TCP/IP stack behavior (TTL, window size, packet ordering) to guess the target's operating system and version.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caveat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techniques rely on signature matching — firewalls, proxies, and traffic shaping can distort results, so treat output as a strong hint, not certainty.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USAGE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detection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target.com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3580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fingerprinting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3328416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-O target.com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06640" y="3922776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71232" y="3977640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71232" y="4215384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-O target.com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RECONNAISSANCE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Scripts &amp; Timing Templates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Scripting Engine (NSE)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Lua-based framework that extends Nmap beyond port scanning — automating tasks like vulnerability checks, brute-forcing, and service enumeration.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--script=default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safe, curated set of scripts (banner grabbing, basic enumeration) automatically included with -A; low risk of disruption.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--script=vuln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scripts that actively check discovered services against known vulnerability signatures — more intrusive, useful for a first-pass vulnerability sweep.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templates -T0 to -T5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scan speed/aggressiveness: T0 (paranoid, very slow, IDS-evasive) through T5 (insane, fastest, most detectable). T3 is the default.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USAGE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script set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--script=default target.com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3580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scripts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3328416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--script=vuln target.com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06640" y="3922776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71232" y="3977640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stealthy timing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71232" y="4215384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-T2 target.com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RECONNAISSANCE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Formats &amp; Banner Grabbing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output (-oN)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text output, mirrors what's shown on screen — good for quick manual review.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404872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output (-oX)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679192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machine-parsable format used to feed results into other tools (e.g. Metasploit, reporting scripts, Nessus imports).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246120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Grepable output (-oG)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520440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line-based format designed for quick grep/awk filtering in shell pipelines.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087368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formats at once (-oA)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36168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normal, XML, and grepable output simultaneously under one base filename — the practical default for engagements.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4928616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grabbing with Netcat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7552" y="5202936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connecting to an open port to read the service's greeting/banner — a lightweight, low-noise way to confirm what Nmap reported.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USAGE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all output formats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-oA scan_results target.com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06640" y="3035808"/>
            <a:ext cx="3977640" cy="1289304"/>
          </a:xfrm>
          <a:prstGeom prst="roundRect">
            <a:avLst>
              <a:gd name="adj" fmla="val 567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a banner with Netcat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71232" y="3328416"/>
            <a:ext cx="3648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 -nv target.com 80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/ HTTP/1.0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[press Enter twice]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4572000" cy="4572000"/>
          </a:xfrm>
          <a:prstGeom prst="ellipse">
            <a:avLst/>
          </a:prstGeom>
          <a:solidFill>
            <a:srgbClr val="415A77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Enumeration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live hosts and open services are known, enumeration digs into those services to extract usable detail — shares, users, records, and directories.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ENUMERATION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SMB Enumeration with enum4linux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SMB exposes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file/print sharing protocol (ports 139/445) — often reveals shares, user accounts, groups, password policy, and OS version if misconfigured.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enum4linux purpose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wrapper around several classic Samba/Windows enumeration tools (smbclient, rpcclient, net) that automates the whole SMB recon workflow.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flag ("all")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available enumeration check in one pass: OS info, users, groups, shares, password policy, and more — the standard first command against SMB.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high-value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Anonymous/null sessions on poorly hardened SMB servers can leak a full username list — directly fueling password-spraying or brute-force attacks later.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USAGE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enumeration sweep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enum4linux -a target.com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ENUMERATION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SNMP Walking &amp; DNS Zone Transfer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concept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Network Management Protocol (UDP 161) lets devices report status/configuration data to a management system, gated by a "community string" (often left as default "public").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walking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an SNMP agent sequentially through its entire MIB (management information base) tree — can dump interface lists, routing tables, running processes, and installed software.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zone transfer test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re-attempting an AXFR request (introduced under passive DNS) against each authoritative name server to confirm whether the misconfiguration is exploitable.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matter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classic "should be locked down but often aren't" misconfigurations that hand an attacker a wealth of internal detail for free.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CONCEPT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walk (default community)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snmpwalk -v2c -c public target.com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3580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zone transfer per 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3328416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axfr target.com @ns2.target.com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ENUMERATION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Enumeration — dirb / gobuster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brute-force a web server's directory and file structure by requesting words from a wordlist and checking the HTTP response code.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uncovers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admin panels, backup files, unlinked directories, staging pages, and configuration files never meant to be publicly reachable.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dirb vs gobuster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dirb is the classic, simpler tool; gobuster (written in Go) is significantly faster and supports additional modes (DNS subdomain brute-forcing, vhost discovery).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considerations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Wordlist choice, thread count, and file-extension filters (.php, .bak, .config) all shape how much — and how noisily — you uncover.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CONCEPT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20370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dirb basic scan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2441448"/>
            <a:ext cx="3648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dirb http://target.com /usr/share/wordlists/dirb/common.txt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35808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B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309067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gobuster directory scan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3328416"/>
            <a:ext cx="3648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gobuster dir -u http://target.com \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-w common.txt -x php,bak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4572000" cy="4572000"/>
          </a:xfrm>
          <a:prstGeom prst="ellipse">
            <a:avLst/>
          </a:prstGeom>
          <a:solidFill>
            <a:srgbClr val="415A77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Scanning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manual enumeration to automated, database-driven assessment — matching discovered services against known weaknesses.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SCANNING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Nessus Essentials — Policy &amp; Basic Network Scan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 Essentials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Tenable's free edition of Nessus, licensed for up to 16 IP addresses — well suited to lab and training environments.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policy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is a reusable scan configuration: which plugins run, credentials to use, port ranges, and performance settings — defined once, reused across scans.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Scan template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pre-built policy template covering common ports and the general-purpose plugin set — the standard starting point for an unauthenticated first pass.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scan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scan at a target IP/range, launch it, and Nessus performs host discovery, port scanning, and plugin-based vulnerability checks automatically.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SCANNING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Nessus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view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 hosts scanned and a severity breakdown (critical/high/medium/low/info) as an immediate risk snapshot.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Per-host findings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host lists every plugin that triggered, with the associated CVE(s), CVSS score, and a written description of the issue.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output &amp; solution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includes the technical evidence Nessus collected plus a recommended remediation, saving analysts time on the fix step.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meant to be triaged by severity and exploitability, not fixed strictly top-to-bottom by plugin ID.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SCANNING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CVSS v3.1 Score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691640"/>
            <a:ext cx="795528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4884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 (AV)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67328" y="2148840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vulnerability is reached: Network, Adjacent, Local, or Physical — network-reachable issues score highest.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5176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Complexity (AC)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67328" y="2651760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exploitation requires special conditions (Low = reliably exploitable, High = conditions outside attacker's control).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5468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 Required (PR)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67328" y="3154680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level the attacker needs before the attack: None, Low, or High.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1064240" cy="502920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5760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(UI)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67328" y="3657600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victim must take an action (e.g. click a link) for the attack to succeed: None or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16052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67328" y="4160520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vulnerability can affect resources beyond its own security scope (Unchanged vs Changed).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66344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Impact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67328" y="4663440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Confidentiality, Integrity, and Availability impact ratings (None/Low/High) capturing what the exploit actually costs.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metrics combine into the CVSS base score (0.0–10.0), which Nessus and NVD display alongside each finding.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SCANNING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 Lookup on nvd.nist.gov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NVD 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National Vulnerability Database — the authoritative, freely searchable source of CVE records, CVSS scores, and affected product lists.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workflow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CVE ID or product/version from a Nessus finding, search it on nvd.nist.gov, and pull the full description, CVSS vector string, and reference links.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CVSS vector matches what your scanner reported, check the affected version range, and review linked references for public exploit code (Exploit-DB, GitHub PoCs).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output is a starting point — verifying against NVD confirms the finding is accurately scoped before it goes into a report.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SCANNING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Differentiating Severity Levels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45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91640"/>
            <a:ext cx="246888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v3.1 Range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691640"/>
            <a:ext cx="64008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5399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E5484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539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52928" y="21488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 – 10.0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21808" y="2148840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immediately — often remotely exploitable with no authentication required.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75691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7569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2928" y="26517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– 8.9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21808" y="2651760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 the current patch cycle; significant impact or fairly easy exploitation.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25983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415A77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598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52928" y="31546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– 6.9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3154680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remediation; often requires specific conditions or limited impact.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11064240" cy="502920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76275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B7A8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7627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52928" y="36576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– 3.9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21808" y="3657600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fix opportunistically; minimal standalone impact.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should always be read alongside exploitability and business context, not the numeric score alone.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SCANNING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False Positives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56362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false positive 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83794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the scanner reports as present, but which doesn't actually exist or isn't exploitable on the target — e.g. a banner-based version match against a backported security patch.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Version-string spoofing, vendor backporting fixes without changing the version number, network devices/WAFs altering responses, and outdated plugin logic.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66674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approach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94106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confirm via banner grabbing, changelog review, or safe manual exploitation attempts before including a finding in the final report.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10896" cy="310896"/>
          </a:xfrm>
          <a:prstGeom prst="ellipse">
            <a:avLst/>
          </a:prstGeom>
          <a:solidFill>
            <a:srgbClr val="00C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18304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7552" y="4992624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unverified findings erodes client trust and wastes remediation effort — every critical/high finding should be manually validated where practical.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Footprinting, Reconnaissance &amp; Scanning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023360"/>
            <a:ext cx="4572000" cy="4572000"/>
          </a:xfrm>
          <a:prstGeom prst="ellipse">
            <a:avLst/>
          </a:prstGeom>
          <a:solidFill>
            <a:srgbClr val="415A77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0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 builds the map.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Scanning finds the doors.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 assessment tells you which ones are unlocked.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operate within written scope and authorization (Rules of Engagement) before running any active scan.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2026-07-29T09:47:36Z</dcterms:created>
  <dcterms:modified xsi:type="dcterms:W3CDTF">2026-07-29T09:47:36Z</dcterms:modified>
</cp:coreProperties>
</file>