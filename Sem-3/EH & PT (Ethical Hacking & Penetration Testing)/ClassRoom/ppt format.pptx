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2C8F"/>
    <a:srgbClr val="13287F"/>
    <a:srgbClr val="0F2067"/>
    <a:srgbClr val="162E99"/>
    <a:srgbClr val="1C3394"/>
    <a:srgbClr val="162E62"/>
    <a:srgbClr val="182C80"/>
    <a:srgbClr val="162E95"/>
    <a:srgbClr val="FFFFFF"/>
    <a:srgbClr val="16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15513F-DD1A-4EA4-AA42-10906ED8644F}" v="11" dt="2026-08-20T17:01:54.081"/>
    <p1510:client id="{BD0EB7E5-45A2-4B02-B23C-56CC2F053B33}" v="137" dt="2026-08-20T16:49:59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049" autoAdjust="0"/>
  </p:normalViewPr>
  <p:slideViewPr>
    <p:cSldViewPr snapToGrid="0">
      <p:cViewPr varScale="1">
        <p:scale>
          <a:sx n="65" d="100"/>
          <a:sy n="65" d="100"/>
        </p:scale>
        <p:origin x="73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C3C2E-E234-4423-B1A5-38F5F1FD548E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7309A-200B-4507-A178-1ECBDDD58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73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77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838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084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50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68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153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533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04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028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44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497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98DA-5893-CC53-447B-296023D5F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0DA94-84BB-5CA2-102D-C9A3ABDCD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D46F7-A2C7-CE41-4BBA-400B0E515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6E9C3-D489-4EFF-7645-2F843618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56148-CA06-7B95-1212-95A5BBC5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24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60D3-F771-437E-7D8F-3420D40C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0EEB1-38CC-317F-2D8C-BD9561CC4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96B45-0127-BFF8-69B9-F0909B6A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B18AD-7B1B-17B7-2715-FF39B0529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40B24-493C-65D5-C983-6BA0568A0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31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A1D0D-C682-E637-E47A-338F7CF94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CEA15-4C8F-34CA-6EDD-BFFF681F9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54CB6-6E76-E536-1AFD-F615F3AC8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54140-73DA-5ED2-F30D-FB035601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A1D1C-C4E6-D09D-C400-0D52DBC9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62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C3DFF-0D1F-02F8-BAD7-96699BDA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EF1EF-98C4-6F96-63CE-660484D63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77974-DAE2-B4BD-469C-60D1E5696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7EE4F-3570-932D-F0F1-8BD1F307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BEDBA-4207-7F37-F29C-C892F57AA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49AB3-3FA5-4D87-DC76-EBCE9FA6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125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3DEC0-111B-D9E8-2212-BBA1C0E9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A847E-6525-4CBC-C2F0-88D29A1DC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7A7C5-E263-C91C-048A-B8F02393E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81731D-82D8-B060-1B0A-8C66BAEA6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930C94-153A-37C3-B74A-4B2677B741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0C91E5-F1D2-DFED-0D65-3D89427D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485962-D381-8C81-F02A-80B718577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60DBB-A4FC-D8D0-F8B7-5CCF5E11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35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673F5-0B53-C2DF-0228-AF2CCA58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5CDEC-D46F-AFE9-190E-784990D99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2A3DA-67A0-D516-A2F9-942F1673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62687-2085-15CA-BB92-921FBCD9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7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516C8A-0408-83DF-9F2B-3B44156A9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6C6A5-B371-E9EA-D988-34F31C622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8C211-3BF0-26CF-5655-2ECA8051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4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D296-1A0C-FE5D-D95B-C94E670A8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42298-AA77-B678-AFEC-B802EEC67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05B27-D7FD-6E74-6F3D-88061B08C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462F2-C56D-F7F4-1F75-72EB18B74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0B71F-21B9-2431-740E-79180C88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3D340-2B14-4896-195A-CB6A1EF4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966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3F20E-2514-D5BA-22F6-90BA9F214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01CBE2-BBD9-CA3B-39A6-046053A3E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95AF3-8BEB-ADEA-8384-E9FFA4285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9AEBA-D2E6-AA4C-961B-293F4F9A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A8F15-198E-910A-4D89-371A13DE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10FFB-D855-114C-590C-62E0F4A8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8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8E135-1070-D74A-2BAF-9F06DD3A9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3EED0-9211-10A2-46A7-C30708BB5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812DE-17F1-96C5-CC03-6FFB50EFE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BE601-0967-17C0-B000-DAE1CA2E2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CB12C-851E-8373-728A-A913D7E8D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76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B96095-60A3-BB6E-00A2-30F3AC823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F410B-3FDD-5C8B-52A0-F0E7B278A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E615B-81F5-1323-993B-5E9C5B3F6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A9648-853C-D989-27B9-C51FBE84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00EA5-F97A-7C3D-966B-FF7C3BF8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F93C-21A0-AEBA-F710-42191C1E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079A87-E84A-699E-C5B4-0E5996EE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64889-A65F-9E52-E9BC-979BC5957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22044-3CA3-4DAF-3B78-B2830831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32687"/>
            <a:ext cx="9878568" cy="8358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76" y="1972284"/>
            <a:ext cx="10515600" cy="4710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A5547-0C75-4804-84DA-EE02A5E2A271}" type="datetimeFigureOut">
              <a:rPr lang="en-IN" smtClean="0"/>
              <a:t>12-10-2026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0AC10B-E2DB-40D6-76DD-486DF027A00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0620"/>
            <a:ext cx="3180089" cy="943307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128113-212E-1B30-DD36-BE99587541B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280" y="0"/>
            <a:ext cx="2958084" cy="72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7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E4852-7B81-98E4-69F2-DAE264E6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D7339-01BF-AD39-7883-57DF9A9E1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A9B9F-4B87-91D4-F644-05E25AAA5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A7F34-3CC7-4D26-8DEE-BB0878DBC50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B84FB-2BF4-4B01-5A54-340A2EFB1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C4F6F-FAEA-1AD4-8F8A-3F9C48328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7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 bwMode="auto">
          <a:xfrm>
            <a:off x="6666295" y="5398326"/>
            <a:ext cx="5115719" cy="123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z="2000" b="1" dirty="0">
                <a:solidFill>
                  <a:srgbClr val="002060"/>
                </a:solidFill>
                <a:latin typeface="Bell Gothic Std Black"/>
                <a:ea typeface="Adobe Gothic Std B"/>
                <a:cs typeface="Adobe Hebrew"/>
              </a:rPr>
              <a:t>Student 1</a:t>
            </a:r>
          </a:p>
          <a:p>
            <a:pPr algn="r" ea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z="2000" b="1" dirty="0">
                <a:solidFill>
                  <a:srgbClr val="002060"/>
                </a:solidFill>
                <a:latin typeface="Bell Gothic Std Black"/>
                <a:ea typeface="Adobe Gothic Std B"/>
                <a:cs typeface="Adobe Hebrew"/>
              </a:rPr>
              <a:t>Student 2</a:t>
            </a:r>
          </a:p>
          <a:p>
            <a:pPr algn="r" ea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z="2000" b="1" dirty="0">
                <a:solidFill>
                  <a:srgbClr val="002060"/>
                </a:solidFill>
                <a:latin typeface="Bell Gothic Std Black"/>
                <a:ea typeface="Adobe Gothic Std B"/>
                <a:cs typeface="Adobe Hebrew"/>
              </a:rPr>
              <a:t>Student 3</a:t>
            </a:r>
          </a:p>
        </p:txBody>
      </p:sp>
      <p:sp>
        <p:nvSpPr>
          <p:cNvPr id="6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734425" y="6356350"/>
            <a:ext cx="2843213" cy="365125"/>
          </a:xfrm>
        </p:spPr>
        <p:txBody>
          <a:bodyPr/>
          <a:lstStyle/>
          <a:p>
            <a:pPr>
              <a:defRPr/>
            </a:pPr>
            <a:fld id="{657B3580-1400-497E-A019-9190D5AB9838}" type="slidenum">
              <a:rPr lang="en-IN"/>
              <a:pPr>
                <a:defRPr/>
              </a:pPr>
              <a:t>1</a:t>
            </a:fld>
            <a:endParaRPr lang="en-IN" dirty="0"/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772155" y="2413337"/>
            <a:ext cx="66476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3600" b="1" dirty="0">
                <a:solidFill>
                  <a:srgbClr val="002060"/>
                </a:solidFill>
                <a:latin typeface="Bell Gothic Std Black"/>
                <a:ea typeface="Adobe Gothic Std B"/>
                <a:cs typeface="Adobe Hebrew"/>
              </a:rPr>
              <a:t>Topic name </a:t>
            </a:r>
          </a:p>
        </p:txBody>
      </p:sp>
    </p:spTree>
    <p:extLst>
      <p:ext uri="{BB962C8B-B14F-4D97-AF65-F5344CB8AC3E}">
        <p14:creationId xmlns:p14="http://schemas.microsoft.com/office/powerpoint/2010/main" val="274575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7FC16-1C53-3701-703E-4696C428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80F77-384F-467A-4B99-57E6064F2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331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16449</TotalTime>
  <Words>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Bell Gothic Std Black</vt:lpstr>
      <vt:lpstr>Calibri</vt:lpstr>
      <vt:lpstr>Calibri Light</vt:lpstr>
      <vt:lpstr>Office Theme</vt:lpstr>
      <vt:lpstr>Custom Design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Training Common</cp:lastModifiedBy>
  <cp:revision>418</cp:revision>
  <dcterms:created xsi:type="dcterms:W3CDTF">2023-09-16T07:20:30Z</dcterms:created>
  <dcterms:modified xsi:type="dcterms:W3CDTF">2026-10-12T08:20:54Z</dcterms:modified>
</cp:coreProperties>
</file>