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Working with Computer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Basics, Architecture, Components, and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Computer?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 electronic machine that accepts data, processes it, and produces output.</a:t>
            </a:r>
          </a:p>
          <a:p>
            <a:pPr/>
            <a:r>
              <a:t>Works on IPO Cycle: Input → Process → Output</a:t>
            </a:r>
          </a:p>
          <a:p>
            <a:pPr/>
            <a:r>
              <a:t>Stores data for future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Education – e-learning, libraries</a:t>
            </a:r>
          </a:p>
          <a:p>
            <a:pPr/>
            <a:r>
              <a:t>Business – accounting, e-commerce</a:t>
            </a:r>
          </a:p>
          <a:p>
            <a:pPr/>
            <a:r>
              <a:t>Healthcare – medical records, imaging</a:t>
            </a:r>
          </a:p>
          <a:p>
            <a:pPr/>
            <a:r>
              <a:t>Communication – email, video conferencing</a:t>
            </a:r>
          </a:p>
          <a:p>
            <a:pPr/>
            <a:r>
              <a:t>Entertainment – gaming, movies, music</a:t>
            </a:r>
          </a:p>
          <a:p>
            <a:pPr/>
            <a:r>
              <a:t>Science &amp; Engineering – simulations, AI</a:t>
            </a:r>
          </a:p>
          <a:p>
            <a:pPr/>
            <a:r>
              <a:t>Government – e-governance, record keeping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Input Unit – takes input from user</a:t>
            </a:r>
          </a:p>
          <a:p>
            <a:pPr/>
            <a:r>
              <a:t>CPU: Control Unit, ALU, Registers</a:t>
            </a:r>
          </a:p>
          <a:p>
            <a:pPr/>
            <a:r>
              <a:t>Memory Unit – stores data &amp; instructions</a:t>
            </a:r>
          </a:p>
          <a:p>
            <a:pPr/>
            <a:r>
              <a:t>Output Unit – shows result to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Components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Input Devices – Keyboard, Mouse</a:t>
            </a:r>
          </a:p>
          <a:p>
            <a:pPr/>
            <a:r>
              <a:t>Output Devices – Monitor, Printer</a:t>
            </a:r>
          </a:p>
          <a:p>
            <a:pPr/>
            <a:r>
              <a:t>CPU – Brain of computer</a:t>
            </a:r>
          </a:p>
          <a:p>
            <a:pPr/>
            <a:r>
              <a:t>Memory – RAM, ROM</a:t>
            </a:r>
          </a:p>
          <a:p>
            <a:pPr/>
            <a:r>
              <a:t>Storage – HDD, SSD</a:t>
            </a:r>
          </a:p>
          <a:p>
            <a:pPr/>
            <a:r>
              <a:t>Motherboard – Connects all parts</a:t>
            </a:r>
          </a:p>
          <a:p>
            <a:pPr/>
            <a:r>
              <a:t>Power Supply (SMPS) – Provides electricity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Peripheral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Input – Keyboard, Mouse, Scanner, Webcam</a:t>
            </a:r>
          </a:p>
          <a:p>
            <a:pPr/>
            <a:r>
              <a:t>Output – Monitor, Printer, Speakers</a:t>
            </a:r>
          </a:p>
          <a:p>
            <a:pPr/>
            <a:r>
              <a:t>Storage – External HDD, Pen drive, CD/DVD</a:t>
            </a:r>
          </a:p>
          <a:p>
            <a:pPr/>
            <a:r>
              <a:t>Communication – Modem, Network 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Storage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Primary Memory: RAM (volatile), ROM (non-volatile), Cache, Registers</a:t>
            </a:r>
          </a:p>
          <a:p>
            <a:pPr/>
            <a:r>
              <a:t>Secondary Memory: Magnetic (HDD), Optical (CD/DVD), Flash (SSD, USB)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Power ON</a:t>
            </a:r>
          </a:p>
          <a:p>
            <a:pPr/>
            <a:r>
              <a:t>POST (Power-On Self Test)</a:t>
            </a:r>
          </a:p>
          <a:p>
            <a:pPr/>
            <a:r>
              <a:t>BIOS/UEFI loads</a:t>
            </a:r>
          </a:p>
          <a:p>
            <a:pPr/>
            <a:r>
              <a:t>Operating System loads into RAM</a:t>
            </a:r>
          </a:p>
          <a:p>
            <a:pPr/>
            <a:r>
              <a:t>User login screen appears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Motherboard Slots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CPU Socket – processor</a:t>
            </a:r>
          </a:p>
          <a:p>
            <a:pPr/>
            <a:r>
              <a:t>RAM Slots (DIMM) – memory modules</a:t>
            </a:r>
          </a:p>
          <a:p>
            <a:pPr/>
            <a:r>
              <a:t>PCI/PCIe Slots – graphics/sound/Wi-Fi card</a:t>
            </a:r>
          </a:p>
          <a:p>
            <a:pPr/>
            <a:r>
              <a:t>SATA / M.2 Slots – storage devices</a:t>
            </a:r>
          </a:p>
          <a:p>
            <a:pPr/>
            <a:r>
              <a:t>USB Headers – external connections</a:t>
            </a:r>
          </a:p>
          <a:p>
            <a:pPr/>
            <a:r>
              <a:t>Power Connectors – ATX, CPU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Optimizing Computer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 SSD instead of HDD</a:t>
            </a:r>
          </a:p>
          <a:p>
            <a:pPr/>
            <a:r>
              <a:t>Increase RAM</a:t>
            </a:r>
          </a:p>
          <a:p>
            <a:pPr/>
            <a:r>
              <a:t>Clean temporary files &amp; cache</a:t>
            </a:r>
          </a:p>
          <a:p>
            <a:pPr/>
            <a:r>
              <a:t>Use antivirus &amp; firewall</a:t>
            </a:r>
          </a:p>
          <a:p>
            <a:pPr/>
            <a:r>
              <a:t>Keep OS &amp; drivers updated</a:t>
            </a:r>
          </a:p>
          <a:p>
            <a:pPr/>
            <a:r>
              <a:t>Disable unnecessary startup programs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Plug &amp; Play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Technology that detects and configures hardware automatically</a:t>
            </a:r>
          </a:p>
          <a:p>
            <a:pPr/>
            <a:r>
              <a:t>Examples: USB drives, printers, external HDDs</a:t>
            </a:r>
          </a:p>
          <a:p>
            <a:pPr/>
            <a:r>
              <a:t>Advantage: No manual driver installation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