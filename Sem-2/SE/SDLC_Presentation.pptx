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systematic process used to develop high-quality software.</a:t>
            </a:r>
          </a:p>
          <a:p>
            <a:endParaRPr/>
          </a:p>
          <a:p>
            <a:r>
              <a:t>It defines phases involved in planning, creating, testing, and maintaining software.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SDLC?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is a framework that describes all phases involved in software development.</a:t>
            </a:r>
          </a:p>
          <a:p>
            <a:endParaRPr/>
          </a:p>
          <a:p>
            <a:r>
              <a:t>It ensures structured and organized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97DF-5371-AE8B-ECAC-BA824C36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/>
              <a:t>SDLC Phase’s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1640D6-436B-F14D-A39C-842D9DBFF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46"/>
          <a:stretch>
            <a:fillRect/>
          </a:stretch>
        </p:blipFill>
        <p:spPr bwMode="auto">
          <a:xfrm>
            <a:off x="4154175" y="1417638"/>
            <a:ext cx="4532625" cy="452596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AFF61-6C57-066B-2CF9-63587A88DB9C}"/>
              </a:ext>
            </a:extLst>
          </p:cNvPr>
          <p:cNvSpPr txBox="1"/>
          <p:nvPr/>
        </p:nvSpPr>
        <p:spPr>
          <a:xfrm>
            <a:off x="760352" y="2359813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1. Requirement Analysis </a:t>
            </a:r>
            <a:br>
              <a:rPr lang="en-IN" sz="2400" dirty="0"/>
            </a:br>
            <a:r>
              <a:rPr lang="en-IN" sz="2400" dirty="0"/>
              <a:t>2. System Design </a:t>
            </a:r>
            <a:br>
              <a:rPr lang="en-IN" sz="2400" dirty="0"/>
            </a:br>
            <a:r>
              <a:rPr lang="en-IN" sz="2400" dirty="0"/>
              <a:t>3. Implementation (Coding) </a:t>
            </a:r>
            <a:br>
              <a:rPr lang="en-IN" sz="2400" dirty="0"/>
            </a:br>
            <a:r>
              <a:rPr lang="en-IN" sz="2400" dirty="0"/>
              <a:t>4. Testing </a:t>
            </a:r>
            <a:br>
              <a:rPr lang="en-IN" sz="2400" dirty="0"/>
            </a:br>
            <a:r>
              <a:rPr lang="en-IN" sz="2400" dirty="0"/>
              <a:t>5. Deployment </a:t>
            </a:r>
            <a:br>
              <a:rPr lang="en-IN" sz="2400" dirty="0"/>
            </a:br>
            <a:r>
              <a:rPr lang="en-IN" sz="2400" dirty="0"/>
              <a:t>6. Maintenance </a:t>
            </a:r>
          </a:p>
        </p:txBody>
      </p:sp>
    </p:spTree>
    <p:extLst>
      <p:ext uri="{BB962C8B-B14F-4D97-AF65-F5344CB8AC3E}">
        <p14:creationId xmlns:p14="http://schemas.microsoft.com/office/powerpoint/2010/main" val="197731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requirements from users or clients.</a:t>
            </a:r>
          </a:p>
          <a:p>
            <a:endParaRPr/>
          </a:p>
          <a:p>
            <a:r>
              <a:t>Understand what the system should do.</a:t>
            </a:r>
          </a:p>
          <a:p>
            <a:endParaRPr/>
          </a:p>
          <a:p>
            <a:r>
              <a:t>Document all requirements clearly.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system architecture.</a:t>
            </a:r>
          </a:p>
          <a:p>
            <a:endParaRPr/>
          </a:p>
          <a:p>
            <a:r>
              <a:t>Prepare database design.</a:t>
            </a:r>
          </a:p>
          <a:p>
            <a:endParaRPr/>
          </a:p>
          <a:p>
            <a:r>
              <a:t>Plan UI and system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Implementation (Coding)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write actual code.</a:t>
            </a:r>
          </a:p>
          <a:p>
            <a:endParaRPr/>
          </a:p>
          <a:p>
            <a:r>
              <a:t>Use programming languages to build software.</a:t>
            </a:r>
          </a:p>
          <a:p>
            <a:endParaRPr/>
          </a:p>
          <a:p>
            <a:r>
              <a:t>Convert design into working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software for bugs and errors.</a:t>
            </a:r>
          </a:p>
          <a:p>
            <a:endParaRPr/>
          </a:p>
          <a:p>
            <a:r>
              <a:t>Perform different testing types.</a:t>
            </a:r>
          </a:p>
          <a:p>
            <a:endParaRPr/>
          </a:p>
          <a:p>
            <a:r>
              <a:t>Ensure software works correctly.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Release software to users.</a:t>
            </a:r>
          </a:p>
          <a:p>
            <a:endParaRPr/>
          </a:p>
          <a:p>
            <a:r>
              <a:t>Install system in real environment.</a:t>
            </a:r>
          </a:p>
          <a:p>
            <a:endParaRPr/>
          </a:p>
          <a:p>
            <a:r>
              <a:t>Make it available for actual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bugs after deployment.</a:t>
            </a:r>
          </a:p>
          <a:p>
            <a:endParaRPr/>
          </a:p>
          <a:p>
            <a:r>
              <a:t>Improve features.</a:t>
            </a:r>
          </a:p>
          <a:p>
            <a:endParaRPr/>
          </a:p>
          <a:p>
            <a:r>
              <a:t>Update system when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helps in structured development.</a:t>
            </a:r>
          </a:p>
          <a:p>
            <a:endParaRPr/>
          </a:p>
          <a:p>
            <a:r>
              <a:t>Improves software quality.</a:t>
            </a:r>
          </a:p>
          <a:p>
            <a:endParaRPr/>
          </a:p>
          <a:p>
            <a:r>
              <a:t>Ensures proper planning, development, testing, and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Software Development Life Cycle (SDLC)</vt:lpstr>
      <vt:lpstr>What is SDLC?</vt:lpstr>
      <vt:lpstr>SDLC Phase’s</vt:lpstr>
      <vt:lpstr>Phase 1: Requirement Analysis</vt:lpstr>
      <vt:lpstr>Phase 2: System Design</vt:lpstr>
      <vt:lpstr>Phase 3: Implementation (Coding)</vt:lpstr>
      <vt:lpstr>Phase 4: Testing</vt:lpstr>
      <vt:lpstr>Phase 5: Deployment</vt:lpstr>
      <vt:lpstr>Phase 6: Maintenance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Chudasama Vishal</cp:lastModifiedBy>
  <cp:revision>3</cp:revision>
  <dcterms:created xsi:type="dcterms:W3CDTF">2013-01-27T09:14:16Z</dcterms:created>
  <dcterms:modified xsi:type="dcterms:W3CDTF">2026-04-06T18:56:48Z</dcterms:modified>
  <cp:category/>
</cp:coreProperties>
</file>