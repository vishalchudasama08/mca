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8" r:id="rId4"/>
    <p:sldId id="267" r:id="rId5"/>
    <p:sldId id="262" r:id="rId6"/>
    <p:sldId id="264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5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/>
              <a:t>Software Development Life Cycle (SDLC)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10228"/>
          </a:xfrm>
        </p:spPr>
        <p:txBody>
          <a:bodyPr>
            <a:normAutofit/>
          </a:bodyPr>
          <a:lstStyle/>
          <a:p>
            <a:r>
              <a:rPr sz="2800"/>
              <a:t>A systematic process used to develop high-quality software.</a:t>
            </a:r>
          </a:p>
          <a:p>
            <a:r>
              <a:rPr sz="2800"/>
              <a:t>It defines phases involved in planning, creating, testing, and maintaining software.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9A3B1C-1C60-DB7D-E815-27998747A0C7}"/>
              </a:ext>
            </a:extLst>
          </p:cNvPr>
          <p:cNvSpPr txBox="1"/>
          <p:nvPr/>
        </p:nvSpPr>
        <p:spPr>
          <a:xfrm>
            <a:off x="457200" y="377371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/>
              <a:t>What is SDLC?</a:t>
            </a:r>
            <a:endParaRPr lang="en-US" sz="3600" b="1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7889D5-A756-CC33-7C70-D0502F441A0C}"/>
              </a:ext>
            </a:extLst>
          </p:cNvPr>
          <p:cNvSpPr txBox="1">
            <a:spLocks/>
          </p:cNvSpPr>
          <p:nvPr/>
        </p:nvSpPr>
        <p:spPr>
          <a:xfrm>
            <a:off x="457200" y="4583331"/>
            <a:ext cx="8229600" cy="1683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/>
              <a:t>SDLC is a framework that describes all phases involved in software development.</a:t>
            </a:r>
          </a:p>
          <a:p>
            <a:r>
              <a:rPr lang="en-GB" sz="2800"/>
              <a:t>It ensures structured and organized development.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997DF-5371-AE8B-ECAC-BA824C369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1" dirty="0"/>
              <a:t>SDLC Phase’s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81640D6-436B-F14D-A39C-842D9DBFF5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46"/>
          <a:stretch>
            <a:fillRect/>
          </a:stretch>
        </p:blipFill>
        <p:spPr bwMode="auto">
          <a:xfrm>
            <a:off x="4154175" y="1417638"/>
            <a:ext cx="4532625" cy="452596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CAFF61-6C57-066B-2CF9-63587A88DB9C}"/>
              </a:ext>
            </a:extLst>
          </p:cNvPr>
          <p:cNvSpPr txBox="1"/>
          <p:nvPr/>
        </p:nvSpPr>
        <p:spPr>
          <a:xfrm>
            <a:off x="760352" y="2359813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1. Requirement Analysis </a:t>
            </a:r>
            <a:br>
              <a:rPr lang="en-IN" sz="2400" dirty="0"/>
            </a:br>
            <a:r>
              <a:rPr lang="en-IN" sz="2400" dirty="0"/>
              <a:t>2. System Design </a:t>
            </a:r>
            <a:br>
              <a:rPr lang="en-IN" sz="2400" dirty="0"/>
            </a:br>
            <a:r>
              <a:rPr lang="en-IN" sz="2400" dirty="0"/>
              <a:t>3. Implementation (Coding) </a:t>
            </a:r>
            <a:br>
              <a:rPr lang="en-IN" sz="2400" dirty="0"/>
            </a:br>
            <a:r>
              <a:rPr lang="en-IN" sz="2400" dirty="0"/>
              <a:t>4. Testing </a:t>
            </a:r>
            <a:br>
              <a:rPr lang="en-IN" sz="2400" dirty="0"/>
            </a:br>
            <a:r>
              <a:rPr lang="en-IN" sz="2400" dirty="0"/>
              <a:t>5. Deployment </a:t>
            </a:r>
            <a:br>
              <a:rPr lang="en-IN" sz="2400" dirty="0"/>
            </a:br>
            <a:r>
              <a:rPr lang="en-IN" sz="2400" dirty="0"/>
              <a:t>6. Maintenance </a:t>
            </a:r>
          </a:p>
        </p:txBody>
      </p:sp>
    </p:spTree>
    <p:extLst>
      <p:ext uri="{BB962C8B-B14F-4D97-AF65-F5344CB8AC3E}">
        <p14:creationId xmlns:p14="http://schemas.microsoft.com/office/powerpoint/2010/main" val="1977319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600" b="1"/>
              <a:t>Phase 1: Requirement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520370"/>
          </a:xfrm>
        </p:spPr>
        <p:txBody>
          <a:bodyPr>
            <a:normAutofit/>
          </a:bodyPr>
          <a:lstStyle/>
          <a:p>
            <a:r>
              <a:rPr sz="2400"/>
              <a:t>Collect requirements from users or clients.</a:t>
            </a:r>
          </a:p>
          <a:p>
            <a:r>
              <a:rPr sz="2400"/>
              <a:t>Understand what the system should do.</a:t>
            </a:r>
          </a:p>
          <a:p>
            <a:r>
              <a:rPr sz="2400"/>
              <a:t>Document all requirements clearly.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F92D812-8460-5C90-BEDF-37A735D7C47D}"/>
              </a:ext>
            </a:extLst>
          </p:cNvPr>
          <p:cNvSpPr txBox="1">
            <a:spLocks/>
          </p:cNvSpPr>
          <p:nvPr/>
        </p:nvSpPr>
        <p:spPr>
          <a:xfrm>
            <a:off x="457200" y="3303134"/>
            <a:ext cx="8229600" cy="924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b="1"/>
              <a:t>Phase 2: System Design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45BF3F6-CF5F-5E34-6A87-77099150D697}"/>
              </a:ext>
            </a:extLst>
          </p:cNvPr>
          <p:cNvSpPr txBox="1">
            <a:spLocks/>
          </p:cNvSpPr>
          <p:nvPr/>
        </p:nvSpPr>
        <p:spPr>
          <a:xfrm>
            <a:off x="457200" y="4446134"/>
            <a:ext cx="8229600" cy="1756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/>
              <a:t>Design system architecture.</a:t>
            </a:r>
          </a:p>
          <a:p>
            <a:r>
              <a:rPr lang="en-GB" sz="2800"/>
              <a:t>Prepare database design.</a:t>
            </a:r>
          </a:p>
          <a:p>
            <a:r>
              <a:rPr lang="en-GB" sz="2800"/>
              <a:t>Plan UI and system 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600" b="1"/>
              <a:t>Phase 3: Implementation (Coding)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1828800"/>
          </a:xfrm>
        </p:spPr>
        <p:txBody>
          <a:bodyPr>
            <a:normAutofit/>
          </a:bodyPr>
          <a:lstStyle/>
          <a:p>
            <a:r>
              <a:rPr sz="2400"/>
              <a:t>Developers write actual code.</a:t>
            </a:r>
          </a:p>
          <a:p>
            <a:r>
              <a:rPr sz="2400"/>
              <a:t>Use programming languages to build software.</a:t>
            </a:r>
          </a:p>
          <a:p>
            <a:r>
              <a:rPr sz="2400"/>
              <a:t>Convert design into working system.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1C32E-ECD5-F1C8-E763-52AF5DB3B1E3}"/>
              </a:ext>
            </a:extLst>
          </p:cNvPr>
          <p:cNvSpPr txBox="1"/>
          <p:nvPr/>
        </p:nvSpPr>
        <p:spPr>
          <a:xfrm>
            <a:off x="457200" y="342900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/>
              <a:t>Phase 4: Testing</a:t>
            </a:r>
            <a:endParaRPr lang="en-US" sz="3600" b="1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6E6B1C1-990C-13A8-26A3-CEC464B53843}"/>
              </a:ext>
            </a:extLst>
          </p:cNvPr>
          <p:cNvSpPr txBox="1">
            <a:spLocks/>
          </p:cNvSpPr>
          <p:nvPr/>
        </p:nvSpPr>
        <p:spPr>
          <a:xfrm>
            <a:off x="457200" y="4389437"/>
            <a:ext cx="8229600" cy="1453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/>
              <a:t>Test software for bugs and errors.</a:t>
            </a:r>
          </a:p>
          <a:p>
            <a:r>
              <a:rPr lang="en-GB" sz="2400"/>
              <a:t>Perform different testing types.</a:t>
            </a:r>
          </a:p>
          <a:p>
            <a:r>
              <a:rPr lang="en-GB" sz="2400"/>
              <a:t>Ensure software works correctly.</a:t>
            </a:r>
          </a:p>
        </p:txBody>
      </p:sp>
    </p:spTree>
    <p:extLst>
      <p:ext uri="{BB962C8B-B14F-4D97-AF65-F5344CB8AC3E}">
        <p14:creationId xmlns:p14="http://schemas.microsoft.com/office/powerpoint/2010/main" val="1611808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600" b="1"/>
              <a:t>Phase 5: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772" y="1417638"/>
            <a:ext cx="8229600" cy="1964871"/>
          </a:xfrm>
        </p:spPr>
        <p:txBody>
          <a:bodyPr>
            <a:normAutofit/>
          </a:bodyPr>
          <a:lstStyle/>
          <a:p>
            <a:r>
              <a:rPr sz="2800"/>
              <a:t>Release software to users.</a:t>
            </a:r>
          </a:p>
          <a:p>
            <a:r>
              <a:rPr sz="2800"/>
              <a:t>Install system in real environment.</a:t>
            </a:r>
          </a:p>
          <a:p>
            <a:r>
              <a:rPr sz="2800"/>
              <a:t>Make it available for actual use.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C0DAC5-3C8C-5A3C-27FA-E61FD694027C}"/>
              </a:ext>
            </a:extLst>
          </p:cNvPr>
          <p:cNvSpPr txBox="1">
            <a:spLocks/>
          </p:cNvSpPr>
          <p:nvPr/>
        </p:nvSpPr>
        <p:spPr>
          <a:xfrm>
            <a:off x="457200" y="3382509"/>
            <a:ext cx="8229600" cy="9264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b="1"/>
              <a:t>Phase 6: Maintenance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7D2E009-EAFF-EB45-BC96-BCFCE1827F89}"/>
              </a:ext>
            </a:extLst>
          </p:cNvPr>
          <p:cNvSpPr txBox="1">
            <a:spLocks/>
          </p:cNvSpPr>
          <p:nvPr/>
        </p:nvSpPr>
        <p:spPr>
          <a:xfrm>
            <a:off x="457200" y="4403272"/>
            <a:ext cx="8229600" cy="17471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/>
              <a:t>Fix bugs after deployment.</a:t>
            </a:r>
          </a:p>
          <a:p>
            <a:r>
              <a:rPr lang="en-GB" sz="2800"/>
              <a:t>Improve features.</a:t>
            </a:r>
          </a:p>
          <a:p>
            <a:r>
              <a:rPr lang="en-GB" sz="2800"/>
              <a:t>Update system when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771" y="4983163"/>
            <a:ext cx="8229600" cy="1143000"/>
          </a:xfrm>
        </p:spPr>
        <p:txBody>
          <a:bodyPr>
            <a:normAutofit/>
          </a:bodyPr>
          <a:lstStyle/>
          <a:p>
            <a:r>
              <a:rPr lang="en-GB" sz="2400" i="1"/>
              <a:t>Thank You </a:t>
            </a:r>
            <a:endParaRPr sz="2400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27513"/>
          </a:xfrm>
        </p:spPr>
        <p:txBody>
          <a:bodyPr/>
          <a:lstStyle/>
          <a:p>
            <a:r>
              <a:t>SDLC helps in structured development.</a:t>
            </a:r>
          </a:p>
          <a:p>
            <a:r>
              <a:t>Improves software quality.</a:t>
            </a:r>
          </a:p>
          <a:p>
            <a:r>
              <a:t>Ensures proper planning, development, testing, and maintenance.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235</Words>
  <Application>Microsoft Office PowerPoint</Application>
  <PresentationFormat>On-screen Show (4:3)</PresentationFormat>
  <Paragraphs>52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Software Development Life Cycle (SDLC)</vt:lpstr>
      <vt:lpstr>SDLC Phase’s</vt:lpstr>
      <vt:lpstr>Phase 1: Requirement Analysis</vt:lpstr>
      <vt:lpstr>Phase 3: Implementation (Coding)</vt:lpstr>
      <vt:lpstr>Phase 5: Deployment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Development Life Cycle (SDLC)</dc:title>
  <dc:subject/>
  <dc:creator/>
  <cp:keywords/>
  <dc:description>generated using python-pptx</dc:description>
  <cp:lastModifiedBy>Chudasama Vishal</cp:lastModifiedBy>
  <cp:revision>5</cp:revision>
  <dcterms:created xsi:type="dcterms:W3CDTF">2013-01-27T09:14:16Z</dcterms:created>
  <dcterms:modified xsi:type="dcterms:W3CDTF">2026-04-07T04:43:11Z</dcterms:modified>
  <cp:category/>
</cp:coreProperties>
</file>