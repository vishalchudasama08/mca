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Quality Concept &amp; Software Quality Assurance (SQA)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Concept – Meaning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Degree to which software meets requirements &amp; customer needs</a:t>
            </a:r>
          </a:p>
          <a:p>
            <a:r>
              <a:t>• Software should work correctly</a:t>
            </a:r>
          </a:p>
          <a:p>
            <a:r>
              <a:t>• Should meet user expectations</a:t>
            </a:r>
          </a:p>
          <a:p>
            <a:r>
              <a:t>• Should be reliable and efficient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Diagram: Quality Concept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Needs (Expectations)</a:t>
            </a:r>
          </a:p>
          <a:p>
            <a:r>
              <a:t>• ↓</a:t>
            </a:r>
          </a:p>
          <a:p>
            <a:r>
              <a:t>• Requirements (Specifications)</a:t>
            </a:r>
          </a:p>
          <a:p>
            <a:r>
              <a:t>• ↓</a:t>
            </a:r>
          </a:p>
          <a:p>
            <a:r>
              <a:t>• Software Product</a:t>
            </a:r>
          </a:p>
          <a:p>
            <a:r>
              <a:t>• ↓</a:t>
            </a:r>
          </a:p>
          <a:p>
            <a:r>
              <a:t>• Quality = Meets Needs + Requirements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Views of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View – Fitness for use, Easy to use, Customer satisfaction</a:t>
            </a:r>
          </a:p>
          <a:p>
            <a:r>
              <a:t>• Developer View – Conformance to requirements, No defects, Follows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Quality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Correctness – Accurate results</a:t>
            </a:r>
          </a:p>
          <a:p>
            <a:r>
              <a:t>• Reliability – No failure</a:t>
            </a:r>
          </a:p>
          <a:p>
            <a:r>
              <a:t>• Efficiency – Minimum resources</a:t>
            </a:r>
          </a:p>
          <a:p>
            <a:r>
              <a:t>• Integrity – Security</a:t>
            </a:r>
          </a:p>
          <a:p>
            <a:r>
              <a:t>• Usability – Easy to operate</a:t>
            </a:r>
          </a:p>
          <a:p>
            <a:r>
              <a:t>• Maintainability – Easy to modify</a:t>
            </a:r>
          </a:p>
          <a:p>
            <a:r>
              <a:t>• Portability – Works on different platforms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Diagram: Software Quality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Software Quality</a:t>
            </a:r>
          </a:p>
          <a:p>
            <a:r>
              <a:t>• → Correctness</a:t>
            </a:r>
          </a:p>
          <a:p>
            <a:r>
              <a:t>• → Reliability</a:t>
            </a:r>
          </a:p>
          <a:p>
            <a:r>
              <a:t>• → Efficiency</a:t>
            </a:r>
          </a:p>
          <a:p>
            <a:r>
              <a:t>• → Integrity</a:t>
            </a:r>
          </a:p>
          <a:p>
            <a:r>
              <a:t>• → Usability</a:t>
            </a:r>
          </a:p>
          <a:p>
            <a:r>
              <a:t>• → Maintainability</a:t>
            </a:r>
          </a:p>
          <a:p>
            <a:r>
              <a:t>• → Portability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Reduces maintenance cost</a:t>
            </a:r>
          </a:p>
          <a:p>
            <a:r>
              <a:t>• Increases customer satisfaction</a:t>
            </a:r>
          </a:p>
          <a:p>
            <a:r>
              <a:t>• Improves company reputation</a:t>
            </a:r>
          </a:p>
          <a:p>
            <a:r>
              <a:t>• Reduces risk of failure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Software Quality Assurance (SQA) –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Planned &amp; systematic activities</a:t>
            </a:r>
          </a:p>
          <a:p>
            <a:r>
              <a:t>• Ensures process &amp; product conform to standards</a:t>
            </a:r>
          </a:p>
          <a:p>
            <a:r>
              <a:t>• Focuses on process quality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SQA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Ensure standards are followed</a:t>
            </a:r>
          </a:p>
          <a:p>
            <a:r>
              <a:t>• Prevent defects early</a:t>
            </a:r>
          </a:p>
          <a:p>
            <a:r>
              <a:t>• Improve reliability</a:t>
            </a:r>
          </a:p>
          <a:p>
            <a:r>
              <a:t>• Monitor development process</a:t>
            </a:r>
          </a:p>
          <a:p>
            <a:r>
              <a:t>• Ensure documentation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SQA – With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Compliance with ISO standards</a:t>
            </a:r>
          </a:p>
          <a:p>
            <a:r>
              <a:t>• Clarify ambiguous requirements</a:t>
            </a:r>
          </a:p>
          <a:p>
            <a:r>
              <a:t>• Ensure backup &amp; recovery testing</a:t>
            </a:r>
          </a:p>
          <a:p>
            <a:r>
              <a:t>• Stop process if phase not approved</a:t>
            </a:r>
          </a:p>
          <a:p>
            <a:r>
              <a:t>• Maintain SRS, Test Plan, User Manual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SQA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Quality Planning</a:t>
            </a:r>
          </a:p>
          <a:p>
            <a:r>
              <a:t>• Process Monitoring</a:t>
            </a:r>
          </a:p>
          <a:p>
            <a:r>
              <a:t>• Software Reviews</a:t>
            </a:r>
          </a:p>
          <a:p>
            <a:r>
              <a:t>• Audits</a:t>
            </a:r>
          </a:p>
          <a:p>
            <a:r>
              <a:t>• Testing Coordination</a:t>
            </a:r>
          </a:p>
          <a:p>
            <a:r>
              <a:t>• Configuration Management</a:t>
            </a:r>
          </a:p>
          <a:p>
            <a:r>
              <a:t>• Metrics Collection</a:t>
            </a:r>
          </a:p>
          <a:p>
            <a:r>
              <a:t>• Risk Management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standards</a:t>
            </a:r>
          </a:p>
          <a:p>
            <a:r>
              <a:t>• Select tools</a:t>
            </a:r>
          </a:p>
          <a:p>
            <a:r>
              <a:t>• Prepare SQA plan</a:t>
            </a:r>
          </a:p>
          <a:p>
            <a:r>
              <a:t>• Example: Coding standards &amp; testing strategy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SDLC phases</a:t>
            </a:r>
          </a:p>
          <a:p>
            <a:r>
              <a:t>• Ensure approvals taken</a:t>
            </a:r>
          </a:p>
          <a:p>
            <a:r>
              <a:t>• Prevent skipping of phases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Requirement Review</a:t>
            </a:r>
          </a:p>
          <a:p>
            <a:r>
              <a:t>• Design Review</a:t>
            </a:r>
          </a:p>
          <a:p>
            <a:r>
              <a:t>• Code Review</a:t>
            </a:r>
          </a:p>
          <a:p>
            <a:r>
              <a:t>• Remove ambiguity (e.g., 2 sec response time)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documentation</a:t>
            </a:r>
          </a:p>
          <a:p>
            <a:r>
              <a:t>• Verify compliance with standards</a:t>
            </a:r>
          </a:p>
          <a:p>
            <a:r>
              <a:t>• Follow ISO guidelines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Coordination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Verify test plans</a:t>
            </a:r>
          </a:p>
          <a:p>
            <a:r>
              <a:t>• Check test cases</a:t>
            </a:r>
          </a:p>
          <a:p>
            <a:r>
              <a:t>• Ensure bugs logged properly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 version updates</a:t>
            </a:r>
          </a:p>
          <a:p>
            <a:r>
              <a:t>• Track changes</a:t>
            </a:r>
          </a:p>
          <a:p>
            <a:r>
              <a:t>• Maintain backup copies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Defect density</a:t>
            </a:r>
          </a:p>
          <a:p>
            <a:r>
              <a:t>• Code coverage</a:t>
            </a:r>
          </a:p>
          <a:p>
            <a:r>
              <a:t>• Review effectiveness</a:t>
            </a:r>
          </a:p>
          <a:p>
            <a:r>
              <a:t>• Improve testing if defect rate high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project risks</a:t>
            </a:r>
          </a:p>
          <a:p>
            <a:r>
              <a:t>• Example: Developer leaving project</a:t>
            </a:r>
          </a:p>
          <a:p>
            <a:r>
              <a:t>• Solution: Proper documentation &amp; knowledge sharing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Diagram: SQA Activities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Quality Plan</a:t>
            </a:r>
          </a:p>
          <a:p>
            <a:r>
              <a:t>• ↓</a:t>
            </a:r>
          </a:p>
          <a:p>
            <a:r>
              <a:t>• Process Monitoring</a:t>
            </a:r>
          </a:p>
          <a:p>
            <a:r>
              <a:t>• ↓</a:t>
            </a:r>
          </a:p>
          <a:p>
            <a:r>
              <a:t>• Reviews &amp; Audits</a:t>
            </a:r>
          </a:p>
          <a:p>
            <a:r>
              <a:t>• ↓</a:t>
            </a:r>
          </a:p>
          <a:p>
            <a:r>
              <a:t>• Testing &amp; Metrics</a:t>
            </a:r>
          </a:p>
          <a:p>
            <a:r>
              <a:t>• ↓</a:t>
            </a:r>
          </a:p>
          <a:p>
            <a:r>
              <a:t>• Quality Product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Difference Between QA and QC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QA – Process oriented, Prevents defects, Proactive</a:t>
            </a:r>
          </a:p>
          <a:p>
            <a:r>
              <a:t>• QC – Product oriented, Detects defects, Reactive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Diagram: QA vs QC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Quality System</a:t>
            </a:r>
          </a:p>
          <a:p>
            <a:r>
              <a:t>• → Quality Assurance (Process Based, Prevents Defects)</a:t>
            </a:r>
          </a:p>
          <a:p>
            <a:r>
              <a:t>• → Quality Control (Product Based, Detects Defects)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SQA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Early defect detection</a:t>
            </a:r>
          </a:p>
          <a:p>
            <a:r>
              <a:t>• Reduced development cost</a:t>
            </a:r>
          </a:p>
          <a:p>
            <a:r>
              <a:t>• Better reliability</a:t>
            </a:r>
          </a:p>
          <a:p>
            <a:r>
              <a:t>• Improved productivity</a:t>
            </a:r>
          </a:p>
          <a:p>
            <a:r>
              <a:t>• Higher customer trust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522</Words>
  <Application>Microsoft Office PowerPoint</Application>
  <PresentationFormat>On-screen Show (4:3)</PresentationFormat>
  <Paragraphs>122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Quality Concept &amp; Software Quality Assurance (SQA)</vt:lpstr>
      <vt:lpstr>Quality Concept – Meaning</vt:lpstr>
      <vt:lpstr>Diagram: Quality Concept Model</vt:lpstr>
      <vt:lpstr>Two Views of Quality</vt:lpstr>
      <vt:lpstr>Software Quality Factors</vt:lpstr>
      <vt:lpstr>Diagram: Software Quality Factors</vt:lpstr>
      <vt:lpstr>Importance of Quality</vt:lpstr>
      <vt:lpstr>Software Quality Assurance (SQA) – Definition</vt:lpstr>
      <vt:lpstr>Objectives of SQA</vt:lpstr>
      <vt:lpstr>Objectives of SQA – With Examples</vt:lpstr>
      <vt:lpstr>SQA Activities</vt:lpstr>
      <vt:lpstr>Quality Planning</vt:lpstr>
      <vt:lpstr>Process Monitoring</vt:lpstr>
      <vt:lpstr>Software Reviews</vt:lpstr>
      <vt:lpstr>Audits</vt:lpstr>
      <vt:lpstr>Testing Coordination</vt:lpstr>
      <vt:lpstr>Configuration Management</vt:lpstr>
      <vt:lpstr>Metrics Collection</vt:lpstr>
      <vt:lpstr>Risk Management</vt:lpstr>
      <vt:lpstr>Diagram: SQA Activities Flow</vt:lpstr>
      <vt:lpstr>Difference Between QA and QC</vt:lpstr>
      <vt:lpstr>Diagram: QA vs QC</vt:lpstr>
      <vt:lpstr>Benefits of SQA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Concept &amp; Software Quality Assurance (SQA)</dc:title>
  <dc:subject/>
  <dc:creator/>
  <cp:keywords/>
  <dc:description>generated using python-pptx</dc:description>
  <cp:lastModifiedBy>Windows10Pro</cp:lastModifiedBy>
  <cp:revision>5</cp:revision>
  <dcterms:created xsi:type="dcterms:W3CDTF">2013-01-27T09:14:16Z</dcterms:created>
  <dcterms:modified xsi:type="dcterms:W3CDTF">2026-02-28T06:14:04Z</dcterms:modified>
  <cp:category/>
</cp:coreProperties>
</file>