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D60D3-D540-4E9A-A07E-5489A944DAF3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F2753-DA62-4FF1-9B63-1ACADF1DD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434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D60D3-D540-4E9A-A07E-5489A944DAF3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F2753-DA62-4FF1-9B63-1ACADF1DD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935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D60D3-D540-4E9A-A07E-5489A944DAF3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F2753-DA62-4FF1-9B63-1ACADF1DD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1067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D60D3-D540-4E9A-A07E-5489A944DAF3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F2753-DA62-4FF1-9B63-1ACADF1DD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1018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D60D3-D540-4E9A-A07E-5489A944DAF3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F2753-DA62-4FF1-9B63-1ACADF1DD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5318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D60D3-D540-4E9A-A07E-5489A944DAF3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F2753-DA62-4FF1-9B63-1ACADF1DD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2678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D60D3-D540-4E9A-A07E-5489A944DAF3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F2753-DA62-4FF1-9B63-1ACADF1DD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843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D60D3-D540-4E9A-A07E-5489A944DAF3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F2753-DA62-4FF1-9B63-1ACADF1DD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5630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D60D3-D540-4E9A-A07E-5489A944DAF3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F2753-DA62-4FF1-9B63-1ACADF1DD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2391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D60D3-D540-4E9A-A07E-5489A944DAF3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F2753-DA62-4FF1-9B63-1ACADF1DD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8826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D60D3-D540-4E9A-A07E-5489A944DAF3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F2753-DA62-4FF1-9B63-1ACADF1DD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2593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CD60D3-D540-4E9A-A07E-5489A944DAF3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FF2753-DA62-4FF1-9B63-1ACADF1DD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8235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Practice Programs </a:t>
            </a:r>
            <a:r>
              <a:rPr lang="en-US" dirty="0" err="1" smtClean="0"/>
              <a:t>Matplotlib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0140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386366"/>
            <a:ext cx="10058400" cy="811369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For Practice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4926" y="1220983"/>
            <a:ext cx="7762211" cy="5072940"/>
          </a:xfrm>
        </p:spPr>
      </p:pic>
    </p:spTree>
    <p:extLst>
      <p:ext uri="{BB962C8B-B14F-4D97-AF65-F5344CB8AC3E}">
        <p14:creationId xmlns:p14="http://schemas.microsoft.com/office/powerpoint/2010/main" val="549576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386366"/>
            <a:ext cx="10058400" cy="811369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For Practice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7046" y="1197735"/>
            <a:ext cx="8153606" cy="5238691"/>
          </a:xfrm>
        </p:spPr>
      </p:pic>
    </p:spTree>
    <p:extLst>
      <p:ext uri="{BB962C8B-B14F-4D97-AF65-F5344CB8AC3E}">
        <p14:creationId xmlns:p14="http://schemas.microsoft.com/office/powerpoint/2010/main" val="2963698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386366"/>
            <a:ext cx="10058400" cy="811369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For Practice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913" y="1151909"/>
            <a:ext cx="8108824" cy="5311280"/>
          </a:xfrm>
        </p:spPr>
      </p:pic>
    </p:spTree>
    <p:extLst>
      <p:ext uri="{BB962C8B-B14F-4D97-AF65-F5344CB8AC3E}">
        <p14:creationId xmlns:p14="http://schemas.microsoft.com/office/powerpoint/2010/main" val="474248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386366"/>
            <a:ext cx="10058400" cy="811369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For Practice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512" y="1068780"/>
            <a:ext cx="8305365" cy="5430033"/>
          </a:xfrm>
        </p:spPr>
      </p:pic>
    </p:spTree>
    <p:extLst>
      <p:ext uri="{BB962C8B-B14F-4D97-AF65-F5344CB8AC3E}">
        <p14:creationId xmlns:p14="http://schemas.microsoft.com/office/powerpoint/2010/main" val="1652716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386366"/>
            <a:ext cx="10058400" cy="811369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For Practice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0581" y="1197735"/>
            <a:ext cx="7190837" cy="5370657"/>
          </a:xfrm>
        </p:spPr>
      </p:pic>
    </p:spTree>
    <p:extLst>
      <p:ext uri="{BB962C8B-B14F-4D97-AF65-F5344CB8AC3E}">
        <p14:creationId xmlns:p14="http://schemas.microsoft.com/office/powerpoint/2010/main" val="4050501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386366"/>
            <a:ext cx="10058400" cy="811369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For Practice</a:t>
            </a:r>
            <a:endParaRPr lang="en-IN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537" y="1026414"/>
            <a:ext cx="9105763" cy="5255631"/>
          </a:xfrm>
        </p:spPr>
      </p:pic>
    </p:spTree>
    <p:extLst>
      <p:ext uri="{BB962C8B-B14F-4D97-AF65-F5344CB8AC3E}">
        <p14:creationId xmlns:p14="http://schemas.microsoft.com/office/powerpoint/2010/main" val="1669637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386366"/>
            <a:ext cx="10058400" cy="811369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For Practice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3813" y="1148227"/>
            <a:ext cx="7019263" cy="5264448"/>
          </a:xfrm>
        </p:spPr>
      </p:pic>
    </p:spTree>
    <p:extLst>
      <p:ext uri="{BB962C8B-B14F-4D97-AF65-F5344CB8AC3E}">
        <p14:creationId xmlns:p14="http://schemas.microsoft.com/office/powerpoint/2010/main" val="3780229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386366"/>
            <a:ext cx="10058400" cy="811369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For Practice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5743" y="1197735"/>
            <a:ext cx="7760513" cy="5102803"/>
          </a:xfrm>
        </p:spPr>
      </p:pic>
    </p:spTree>
    <p:extLst>
      <p:ext uri="{BB962C8B-B14F-4D97-AF65-F5344CB8AC3E}">
        <p14:creationId xmlns:p14="http://schemas.microsoft.com/office/powerpoint/2010/main" val="68188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386366"/>
            <a:ext cx="10058400" cy="811369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For Practice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487" y="1197735"/>
            <a:ext cx="7773025" cy="5182016"/>
          </a:xfrm>
        </p:spPr>
      </p:pic>
    </p:spTree>
    <p:extLst>
      <p:ext uri="{BB962C8B-B14F-4D97-AF65-F5344CB8AC3E}">
        <p14:creationId xmlns:p14="http://schemas.microsoft.com/office/powerpoint/2010/main" val="1298584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21</Words>
  <Application>Microsoft Office PowerPoint</Application>
  <PresentationFormat>Widescreen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Practice Programs Matplotlib</vt:lpstr>
      <vt:lpstr>For Practice</vt:lpstr>
      <vt:lpstr>For Practice</vt:lpstr>
      <vt:lpstr>For Practice</vt:lpstr>
      <vt:lpstr>For Practice</vt:lpstr>
      <vt:lpstr>For Practice</vt:lpstr>
      <vt:lpstr>For Practice</vt:lpstr>
      <vt:lpstr>For Practice</vt:lpstr>
      <vt:lpstr>For Practice</vt:lpstr>
      <vt:lpstr>For Practice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LJMCA</dc:creator>
  <cp:lastModifiedBy>Admin</cp:lastModifiedBy>
  <cp:revision>3</cp:revision>
  <dcterms:created xsi:type="dcterms:W3CDTF">2026-03-28T03:49:27Z</dcterms:created>
  <dcterms:modified xsi:type="dcterms:W3CDTF">2026-03-28T04:18:16Z</dcterms:modified>
</cp:coreProperties>
</file>