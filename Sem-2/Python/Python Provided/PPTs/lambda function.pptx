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  <p:sldId id="282" r:id="rId7"/>
    <p:sldId id="279" r:id="rId8"/>
    <p:sldId id="280" r:id="rId9"/>
    <p:sldId id="281" r:id="rId10"/>
    <p:sldId id="283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834A22-E655-6D57-BEA9-774D90A30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454E8A7-2AD6-5807-A7BB-886EC5C62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697BE2C-19F0-A509-FFBA-4AC3895F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4C7A92-908D-86AD-6C5E-94B448B3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12FDE99-A1A4-FDA8-E70B-D78FDA01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90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8400F6-6741-8DCA-EA43-DAD9797A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5558A8-F238-CC8B-6850-B132C54B9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9BBF1F9-8220-C13C-79C2-096F135E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F1F05AF-B44C-8121-15DA-CFF13711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342A3AE-9BEF-04BA-B7A4-10B5F092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5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4532B6-3A30-B2A7-CA71-C89359DD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9830309-9907-0CD1-81EA-7109CA37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C3D6025-50F0-E3BF-315F-A283A6AD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04B519-63D3-474E-B59D-03F3AF4C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EF6CC3D-8A6C-2BA0-0539-7AC14842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5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4F3B17-14F1-463A-55A3-44752902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9D6763-CC5E-8738-7DBF-FCADAF28C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89DB7CC-4F6D-6A1E-E7A3-8773AAD97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067EBE8-7A62-FC1E-5FA0-01BB85E9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DB8EF7E-0CE0-327D-0245-E4B6140F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56E18BE-C86B-7886-EEF3-0C65D3D4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8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788129-C8FB-0295-F757-80B0559A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F963557-85A2-A426-787D-20925310D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A6E4D69-6652-CE00-FA47-20B021015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FD012FE-7545-88CB-73BF-137AEB460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F3A7F7D-AE0E-F97A-A6BA-DF6029A7A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CF383EB-8B4F-3DA8-70AC-7B987ADB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6DE0320-E5A0-70F5-A799-211E69C7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5506C25-0FC6-01E9-988B-7AA6EC8F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5FDEF4-416E-9A65-B107-7E9D3F85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15FF2E5-BED4-8694-EA30-F9D2CA09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A261AFB-EF2B-C3E5-46CB-1BA1C6A5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ED7998B-D712-298F-2467-5DBF3025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51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54DF35E-5077-7614-6DA4-79414B02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C9F4CF0-4E91-C3D3-0B9C-FEE8C400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2480DB6-4338-064C-FC34-55E3C6B1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47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DEC8C0-A8B2-4091-83C6-099C705B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797C6E-C76F-129E-B66B-65576413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3BCC58C-E087-8F01-CBDD-B387914C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592EE3D-F580-CBEE-EC0B-213F60A4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198A7D2-2101-A3AC-BE71-F7D6E1DC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2F60581-EC90-AED0-A390-4DFAB357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F25A54-F2B5-8DF3-CBE2-4820993D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CF9C0BA-12D6-F190-09C5-ED003FA15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A1175A6-36E5-227B-2361-9D16CB92A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4A2A121-912F-5B79-EF26-7CB6A8B97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122F512-7216-A96B-BD3C-77D29081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CF44D74-43F4-6E02-3368-F4363A63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16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DD1ABB-0DC9-3D21-71B3-27EEB4EC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F1E2D80-7C52-D652-A935-FFC2FE9B4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8797553-EBD2-97E3-C505-CEF5D43D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A18608-4BC8-D012-9EFF-89FF46A9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40FF95F-D4B7-B70A-ECF2-48F7CF8C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4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B806794-7BEF-50B2-DF86-66CA8CE63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9820911-6A8A-5AEE-5129-A634F6858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4D447C-82C7-B31D-6FA8-C9DDD65F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19D769-1E48-6477-2FE4-6FFDAD05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3C3F6F7-D85C-FADE-AF5B-56CE94D6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24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5203EF7-8D58-F3D1-31D8-B56CD7A42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254616-CF2E-C4C6-5B20-0C80652C0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7742F1F-60D9-A5C2-E664-B63D4A37E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FAA95-053F-4CBA-BD36-4468E2601DD3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5AAF9DF-79A6-58C5-671E-77176AB9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994F3CE-7F84-83B1-E6D1-A2571CFED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A7682-1EC4-4AF0-B9C5-78526CB34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97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21F0A5-7AF2-F706-3607-EE57A1689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Lambda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1A42CE4-AE09-4A3C-6C92-7F4CE16F9B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Anonymous Function</a:t>
            </a:r>
          </a:p>
        </p:txBody>
      </p:sp>
    </p:spTree>
    <p:extLst>
      <p:ext uri="{BB962C8B-B14F-4D97-AF65-F5344CB8AC3E}">
        <p14:creationId xmlns:p14="http://schemas.microsoft.com/office/powerpoint/2010/main" val="332947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219263-796B-5253-5F81-673B450F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4512CB-5687-7778-C7C8-38D8BA976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lambda function is a small anonymous function.</a:t>
            </a:r>
          </a:p>
          <a:p>
            <a:r>
              <a:rPr lang="en-IN" dirty="0"/>
              <a:t>Where </a:t>
            </a:r>
            <a:r>
              <a:rPr lang="en-IN" b="1" dirty="0"/>
              <a:t>lambda</a:t>
            </a:r>
            <a:r>
              <a:rPr lang="en-IN" dirty="0"/>
              <a:t> is a keyword</a:t>
            </a:r>
          </a:p>
          <a:p>
            <a:r>
              <a:rPr lang="en-IN" dirty="0"/>
              <a:t>A lambda function can take any number of arguments, but can only have one expression.</a:t>
            </a:r>
          </a:p>
          <a:p>
            <a:r>
              <a:rPr lang="en-IN" dirty="0"/>
              <a:t>The expression is executed and the result is returned</a:t>
            </a:r>
          </a:p>
          <a:p>
            <a:endParaRPr lang="en-IN" dirty="0"/>
          </a:p>
          <a:p>
            <a:r>
              <a:rPr lang="en-IN" dirty="0"/>
              <a:t>Syntax: lambda arguments : expression</a:t>
            </a:r>
          </a:p>
        </p:txBody>
      </p:sp>
    </p:spTree>
    <p:extLst>
      <p:ext uri="{BB962C8B-B14F-4D97-AF65-F5344CB8AC3E}">
        <p14:creationId xmlns:p14="http://schemas.microsoft.com/office/powerpoint/2010/main" val="11958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6B5BB6-4C41-3972-1ECC-C1E54313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anatomy of a lambda function includes three elements: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E690EB-EB88-DFFD-C134-4260D9A96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keyword lambda — an </a:t>
            </a:r>
            <a:r>
              <a:rPr lang="en-IN" dirty="0" err="1"/>
              <a:t>analog</a:t>
            </a:r>
            <a:r>
              <a:rPr lang="en-IN" dirty="0"/>
              <a:t> of def in normal functions</a:t>
            </a:r>
          </a:p>
          <a:p>
            <a:r>
              <a:rPr lang="en-IN" dirty="0"/>
              <a:t>The parameters — support passing positional and keyword arguments, just like normal functions</a:t>
            </a:r>
          </a:p>
          <a:p>
            <a:r>
              <a:rPr lang="en-IN" dirty="0"/>
              <a:t>The body — the expression for given parameters being evaluated with the lambda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1281CD5-270A-F6C0-8989-BF835DB2852A}"/>
              </a:ext>
            </a:extLst>
          </p:cNvPr>
          <p:cNvSpPr txBox="1"/>
          <p:nvPr/>
        </p:nvSpPr>
        <p:spPr>
          <a:xfrm>
            <a:off x="838199" y="5005838"/>
            <a:ext cx="107791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Lambda allow you to write concise, expressive, and flexible code that can handle complex tasks and scenarios.</a:t>
            </a:r>
          </a:p>
        </p:txBody>
      </p:sp>
    </p:spTree>
    <p:extLst>
      <p:ext uri="{BB962C8B-B14F-4D97-AF65-F5344CB8AC3E}">
        <p14:creationId xmlns:p14="http://schemas.microsoft.com/office/powerpoint/2010/main" val="312458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14740"/>
            <a:ext cx="82296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 = lambda n: n * n</a:t>
            </a:r>
          </a:p>
          <a:p>
            <a:pPr marL="0" indent="0">
              <a:buNone/>
            </a:pPr>
            <a:r>
              <a:rPr lang="en-US" sz="2000" dirty="0"/>
              <a:t>square = s(5)</a:t>
            </a:r>
          </a:p>
          <a:p>
            <a:pPr marL="0" indent="0">
              <a:buNone/>
            </a:pPr>
            <a:r>
              <a:rPr lang="en-US" sz="2000" dirty="0"/>
              <a:t>print(square)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addNo</a:t>
            </a:r>
            <a:r>
              <a:rPr lang="en-US" sz="2000" dirty="0"/>
              <a:t> = lambda x, y: x + y</a:t>
            </a:r>
          </a:p>
          <a:p>
            <a:pPr marL="0" indent="0">
              <a:buNone/>
            </a:pPr>
            <a:r>
              <a:rPr lang="en-US" sz="2000" dirty="0"/>
              <a:t>addition = </a:t>
            </a:r>
            <a:r>
              <a:rPr lang="en-US" sz="2000" dirty="0" err="1"/>
              <a:t>addNo</a:t>
            </a:r>
            <a:r>
              <a:rPr lang="en-US" sz="2000" dirty="0"/>
              <a:t>(2,5)</a:t>
            </a:r>
          </a:p>
          <a:p>
            <a:pPr marL="0" indent="0">
              <a:buNone/>
            </a:pPr>
            <a:r>
              <a:rPr lang="en-US" sz="2000" dirty="0"/>
              <a:t>print(addition)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bigNo</a:t>
            </a:r>
            <a:r>
              <a:rPr lang="en-US" sz="2000" dirty="0"/>
              <a:t> = lambda x, y: x if x&gt;y else y</a:t>
            </a:r>
          </a:p>
          <a:p>
            <a:pPr marL="0" indent="0">
              <a:buNone/>
            </a:pPr>
            <a:r>
              <a:rPr lang="en-US" sz="2000" dirty="0"/>
              <a:t>n1, n2 = [</a:t>
            </a:r>
            <a:r>
              <a:rPr lang="en-US" sz="2000" dirty="0" err="1"/>
              <a:t>int</a:t>
            </a:r>
            <a:r>
              <a:rPr lang="en-US" sz="2000" dirty="0"/>
              <a:t>(n) for n in input("Enter 2 </a:t>
            </a:r>
            <a:r>
              <a:rPr lang="en-US" sz="2000" dirty="0" err="1"/>
              <a:t>NOs.</a:t>
            </a:r>
            <a:r>
              <a:rPr lang="en-US" sz="2000" dirty="0"/>
              <a:t> </a:t>
            </a:r>
            <a:r>
              <a:rPr lang="en-US" sz="2000" dirty="0" err="1"/>
              <a:t>saperated</a:t>
            </a:r>
            <a:r>
              <a:rPr lang="en-US" sz="2000" dirty="0"/>
              <a:t> by , ").split(',')]</a:t>
            </a:r>
          </a:p>
          <a:p>
            <a:pPr marL="0" indent="0">
              <a:buNone/>
            </a:pPr>
            <a:r>
              <a:rPr lang="en-US" sz="2000" dirty="0"/>
              <a:t>result = </a:t>
            </a:r>
            <a:r>
              <a:rPr lang="en-US" sz="2000" dirty="0" err="1"/>
              <a:t>bigNo</a:t>
            </a:r>
            <a:r>
              <a:rPr lang="en-US" sz="2000" dirty="0"/>
              <a:t>(n1, n2)</a:t>
            </a:r>
          </a:p>
          <a:p>
            <a:pPr marL="0" indent="0">
              <a:buNone/>
            </a:pPr>
            <a:r>
              <a:rPr lang="en-US" sz="2000" dirty="0"/>
              <a:t>print(result)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largest = lambda x, y, z: x if (x&gt;y and x&gt;z) else (y if y&gt;z else z)</a:t>
            </a:r>
          </a:p>
          <a:p>
            <a:pPr marL="0" indent="0">
              <a:buNone/>
            </a:pPr>
            <a:r>
              <a:rPr lang="en-US" sz="2000" dirty="0"/>
              <a:t>a=2  b=34  c=12</a:t>
            </a:r>
          </a:p>
          <a:p>
            <a:pPr marL="0" indent="0">
              <a:buNone/>
            </a:pPr>
            <a:r>
              <a:rPr lang="en-US" sz="2000" dirty="0"/>
              <a:t>result = largest(</a:t>
            </a:r>
            <a:r>
              <a:rPr lang="en-US" sz="2000" dirty="0" err="1"/>
              <a:t>a,b,c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print(result)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61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81000"/>
            <a:ext cx="8229600" cy="609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/>
              <a:t>oddNo</a:t>
            </a:r>
            <a:r>
              <a:rPr lang="en-US" sz="2000" dirty="0"/>
              <a:t> = lambda x: x if x%2!=0 else 0</a:t>
            </a:r>
          </a:p>
          <a:p>
            <a:pPr marL="0" indent="0">
              <a:buNone/>
            </a:pPr>
            <a:r>
              <a:rPr lang="en-US" sz="2000" dirty="0"/>
              <a:t>s=0</a:t>
            </a:r>
          </a:p>
          <a:p>
            <a:pPr marL="0" indent="0">
              <a:buNone/>
            </a:pPr>
            <a:r>
              <a:rPr lang="en-US" sz="2000" dirty="0"/>
              <a:t>for i in range(1,11):</a:t>
            </a:r>
          </a:p>
          <a:p>
            <a:pPr marL="0" indent="0">
              <a:buNone/>
            </a:pPr>
            <a:r>
              <a:rPr lang="en-US" sz="2000" dirty="0"/>
              <a:t>    s = s + </a:t>
            </a:r>
            <a:r>
              <a:rPr lang="en-US" sz="2000" dirty="0" err="1"/>
              <a:t>oddNo</a:t>
            </a:r>
            <a:r>
              <a:rPr lang="en-US" sz="2000" dirty="0"/>
              <a:t>(i)</a:t>
            </a:r>
          </a:p>
          <a:p>
            <a:pPr marL="0" indent="0">
              <a:buNone/>
            </a:pPr>
            <a:r>
              <a:rPr lang="en-US" sz="2000" dirty="0"/>
              <a:t>print(s)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t1=(1,2,3)</a:t>
            </a:r>
          </a:p>
          <a:p>
            <a:pPr marL="0" indent="0">
              <a:buNone/>
            </a:pPr>
            <a:r>
              <a:rPr lang="en-US" sz="2000" dirty="0"/>
              <a:t>t2 = (4,5,6)</a:t>
            </a:r>
          </a:p>
          <a:p>
            <a:pPr marL="0" indent="0">
              <a:buNone/>
            </a:pPr>
            <a:r>
              <a:rPr lang="en-US" sz="2000" dirty="0"/>
              <a:t>print((lambda </a:t>
            </a:r>
            <a:r>
              <a:rPr lang="en-US" sz="2000" dirty="0" err="1"/>
              <a:t>x,y</a:t>
            </a:r>
            <a:r>
              <a:rPr lang="en-US" sz="2000" dirty="0"/>
              <a:t>: </a:t>
            </a:r>
            <a:r>
              <a:rPr lang="en-US" sz="2000" dirty="0" err="1"/>
              <a:t>x+y</a:t>
            </a:r>
            <a:r>
              <a:rPr lang="en-US" sz="2000" dirty="0"/>
              <a:t>)(t1,t2))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li = [1,2,3,4]</a:t>
            </a:r>
          </a:p>
          <a:p>
            <a:pPr marL="0" indent="0">
              <a:buNone/>
            </a:pPr>
            <a:r>
              <a:rPr lang="en-US" sz="2000" dirty="0" err="1"/>
              <a:t>funAppend</a:t>
            </a:r>
            <a:r>
              <a:rPr lang="en-US" sz="2000" dirty="0"/>
              <a:t> = lambda </a:t>
            </a:r>
            <a:r>
              <a:rPr lang="en-US" sz="2000" dirty="0" err="1"/>
              <a:t>x,y</a:t>
            </a:r>
            <a:r>
              <a:rPr lang="en-US" sz="2000" dirty="0"/>
              <a:t>: </a:t>
            </a:r>
            <a:r>
              <a:rPr lang="en-US" sz="2000" dirty="0" err="1"/>
              <a:t>x.append</a:t>
            </a:r>
            <a:r>
              <a:rPr lang="en-US" sz="2000" dirty="0"/>
              <a:t>(y)</a:t>
            </a:r>
          </a:p>
          <a:p>
            <a:pPr marL="0" indent="0">
              <a:buNone/>
            </a:pPr>
            <a:r>
              <a:rPr lang="en-US" sz="2000" dirty="0" err="1"/>
              <a:t>funAppend</a:t>
            </a:r>
            <a:r>
              <a:rPr lang="en-US" sz="2000" dirty="0"/>
              <a:t>(li,5)</a:t>
            </a:r>
          </a:p>
          <a:p>
            <a:pPr marL="0" indent="0">
              <a:buNone/>
            </a:pPr>
            <a:r>
              <a:rPr lang="en-US" sz="2000" dirty="0"/>
              <a:t>print(li)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887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0A96E9-EECA-F8FA-3936-FD3E1002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with dictionary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B76B7D-7F4A-38A2-FE1A-5B3A0E76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29079" cy="5054886"/>
          </a:xfrm>
        </p:spPr>
        <p:txBody>
          <a:bodyPr>
            <a:normAutofit/>
          </a:bodyPr>
          <a:lstStyle/>
          <a:p>
            <a:r>
              <a:rPr lang="en-IN" dirty="0"/>
              <a:t>Using the sorted() Function</a:t>
            </a:r>
          </a:p>
          <a:p>
            <a:r>
              <a:rPr lang="en-IN" dirty="0"/>
              <a:t>The critical function that we use to sort dictionaries is the built-in sorted() function. </a:t>
            </a:r>
          </a:p>
          <a:p>
            <a:r>
              <a:rPr lang="en-IN" dirty="0"/>
              <a:t>This function takes an </a:t>
            </a:r>
            <a:r>
              <a:rPr lang="en-IN" dirty="0" err="1"/>
              <a:t>iterable</a:t>
            </a:r>
            <a:r>
              <a:rPr lang="en-IN" dirty="0"/>
              <a:t> as the main argument, with two optional keyword-only arguments—a key </a:t>
            </a:r>
            <a:r>
              <a:rPr lang="en-IN" i="1" dirty="0">
                <a:solidFill>
                  <a:schemeClr val="accent2">
                    <a:lumMod val="75000"/>
                  </a:schemeClr>
                </a:solidFill>
              </a:rPr>
              <a:t>function</a:t>
            </a:r>
            <a:r>
              <a:rPr lang="en-IN" dirty="0"/>
              <a:t> and a reverse Boolean value.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grades = {'B': 88, 'D': 92, 'C': 78, 'A': 95}</a:t>
            </a:r>
          </a:p>
          <a:p>
            <a:pPr marL="0" indent="0">
              <a:buNone/>
            </a:pPr>
            <a:r>
              <a:rPr lang="en-IN" dirty="0"/>
              <a:t>	print(</a:t>
            </a:r>
            <a:r>
              <a:rPr lang="en-IN" dirty="0" err="1"/>
              <a:t>dict</a:t>
            </a:r>
            <a:r>
              <a:rPr lang="en-IN" dirty="0"/>
              <a:t>(sorted(</a:t>
            </a:r>
            <a:r>
              <a:rPr lang="en-IN" dirty="0" err="1"/>
              <a:t>grades.items</a:t>
            </a:r>
            <a:r>
              <a:rPr lang="en-IN" dirty="0"/>
              <a:t>(),key=lambda x: x[1])))</a:t>
            </a:r>
          </a:p>
          <a:p>
            <a:pPr marL="0" indent="0">
              <a:buNone/>
            </a:pPr>
            <a:r>
              <a:rPr lang="en-IN" dirty="0"/>
              <a:t>	print(</a:t>
            </a:r>
            <a:r>
              <a:rPr lang="en-IN" dirty="0" err="1"/>
              <a:t>dict</a:t>
            </a:r>
            <a:r>
              <a:rPr lang="en-IN" dirty="0"/>
              <a:t>(sorted(</a:t>
            </a:r>
            <a:r>
              <a:rPr lang="en-IN" dirty="0" err="1"/>
              <a:t>grades.items</a:t>
            </a:r>
            <a:r>
              <a:rPr lang="en-IN" dirty="0"/>
              <a:t>(), key=lambda x: x[1], reverse=True))</a:t>
            </a:r>
          </a:p>
        </p:txBody>
      </p:sp>
    </p:spTree>
    <p:extLst>
      <p:ext uri="{BB962C8B-B14F-4D97-AF65-F5344CB8AC3E}">
        <p14:creationId xmlns:p14="http://schemas.microsoft.com/office/powerpoint/2010/main" val="362893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0051"/>
            <a:ext cx="8229600" cy="554185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Lambdas with filter()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559" y="643895"/>
            <a:ext cx="11212642" cy="6096000"/>
          </a:xfrm>
        </p:spPr>
        <p:txBody>
          <a:bodyPr>
            <a:noAutofit/>
          </a:bodyPr>
          <a:lstStyle/>
          <a:p>
            <a:r>
              <a:rPr lang="en-US" sz="1700" dirty="0"/>
              <a:t>filter() function is useful to filter out elements of a sequence, depending on the result of a function</a:t>
            </a:r>
          </a:p>
          <a:p>
            <a:r>
              <a:rPr lang="en-US" sz="1700" dirty="0"/>
              <a:t>Syntax:  filter(function, sequence)</a:t>
            </a:r>
          </a:p>
          <a:p>
            <a:r>
              <a:rPr lang="en-US" sz="1700" dirty="0"/>
              <a:t>Here, function represents function name which returns either TRUE or FALSE.</a:t>
            </a:r>
          </a:p>
          <a:p>
            <a:r>
              <a:rPr lang="en-US" sz="1700" dirty="0"/>
              <a:t>Sequence represents a list, string or tuple</a:t>
            </a:r>
          </a:p>
          <a:p>
            <a:r>
              <a:rPr lang="en-US" sz="1700" dirty="0"/>
              <a:t>Function is applied to every element of the sequence and if the function returns TRUE, the element is extracted else ignored.</a:t>
            </a:r>
          </a:p>
          <a:p>
            <a:r>
              <a:rPr lang="en-US" sz="1700" dirty="0"/>
              <a:t>Example:</a:t>
            </a:r>
          </a:p>
          <a:p>
            <a:pPr marL="400050" lvl="1" indent="0">
              <a:buNone/>
            </a:pPr>
            <a:r>
              <a:rPr lang="en-US" sz="1700" dirty="0" err="1"/>
              <a:t>lstNo</a:t>
            </a:r>
            <a:r>
              <a:rPr lang="en-US" sz="1700" dirty="0"/>
              <a:t> = [23, 12, 44, 55, 62]</a:t>
            </a:r>
          </a:p>
          <a:p>
            <a:pPr marL="400050" lvl="1" indent="0">
              <a:buNone/>
            </a:pPr>
            <a:r>
              <a:rPr lang="en-US" sz="1700" dirty="0" err="1"/>
              <a:t>def</a:t>
            </a:r>
            <a:r>
              <a:rPr lang="en-US" sz="1700" dirty="0"/>
              <a:t> </a:t>
            </a:r>
            <a:r>
              <a:rPr lang="en-US" sz="1700" dirty="0" err="1"/>
              <a:t>eveNo</a:t>
            </a:r>
            <a:r>
              <a:rPr lang="en-US" sz="1700" dirty="0"/>
              <a:t>(n):</a:t>
            </a:r>
          </a:p>
          <a:p>
            <a:pPr marL="400050" lvl="1" indent="0">
              <a:buNone/>
            </a:pPr>
            <a:r>
              <a:rPr lang="en-US" sz="1700" dirty="0"/>
              <a:t>    if(n%2==0):</a:t>
            </a:r>
          </a:p>
          <a:p>
            <a:pPr marL="400050" lvl="1" indent="0">
              <a:buNone/>
            </a:pPr>
            <a:r>
              <a:rPr lang="en-US" sz="1700" dirty="0"/>
              <a:t>        return True</a:t>
            </a:r>
          </a:p>
          <a:p>
            <a:pPr marL="400050" lvl="1" indent="0">
              <a:buNone/>
            </a:pPr>
            <a:r>
              <a:rPr lang="en-US" sz="1700" dirty="0"/>
              <a:t>    else:</a:t>
            </a:r>
          </a:p>
          <a:p>
            <a:pPr marL="400050" lvl="1" indent="0">
              <a:buNone/>
            </a:pPr>
            <a:r>
              <a:rPr lang="en-US" sz="1700" dirty="0"/>
              <a:t>        return False</a:t>
            </a:r>
          </a:p>
          <a:p>
            <a:pPr marL="400050" lvl="1" indent="0">
              <a:buNone/>
            </a:pPr>
            <a:r>
              <a:rPr lang="en-US" sz="1700" dirty="0"/>
              <a:t># normal function in filter    </a:t>
            </a:r>
          </a:p>
          <a:p>
            <a:pPr marL="400050" lvl="1" indent="0">
              <a:buNone/>
            </a:pPr>
            <a:r>
              <a:rPr lang="en-US" sz="1700" dirty="0" err="1"/>
              <a:t>evenNo</a:t>
            </a:r>
            <a:r>
              <a:rPr lang="en-US" sz="1700" dirty="0"/>
              <a:t> = list(filter(</a:t>
            </a:r>
            <a:r>
              <a:rPr lang="en-US" sz="1700" dirty="0" err="1"/>
              <a:t>eveNo,lstNo</a:t>
            </a:r>
            <a:r>
              <a:rPr lang="en-US" sz="1700" dirty="0"/>
              <a:t>))</a:t>
            </a:r>
          </a:p>
          <a:p>
            <a:pPr marL="400050" lvl="1" indent="0">
              <a:buNone/>
            </a:pPr>
            <a:endParaRPr lang="en-US" sz="1700" dirty="0"/>
          </a:p>
          <a:p>
            <a:pPr marL="400050" lvl="1" indent="0">
              <a:buNone/>
            </a:pPr>
            <a:r>
              <a:rPr lang="en-US" sz="1700" dirty="0"/>
              <a:t>#lambda function in filter</a:t>
            </a:r>
          </a:p>
          <a:p>
            <a:pPr marL="400050" lvl="1" indent="0">
              <a:buNone/>
            </a:pPr>
            <a:r>
              <a:rPr lang="en-US" sz="1700" dirty="0" err="1"/>
              <a:t>oddNo</a:t>
            </a:r>
            <a:r>
              <a:rPr lang="en-US" sz="1700" dirty="0"/>
              <a:t> = list(filter(lambda x: (x%2 != 0), </a:t>
            </a:r>
            <a:r>
              <a:rPr lang="en-US" sz="1700" dirty="0" err="1"/>
              <a:t>lstNo</a:t>
            </a:r>
            <a:r>
              <a:rPr lang="en-US" sz="1700" dirty="0"/>
              <a:t>))</a:t>
            </a:r>
          </a:p>
          <a:p>
            <a:pPr marL="400050" lvl="1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evenNo</a:t>
            </a:r>
            <a:r>
              <a:rPr lang="en-US" sz="1700" dirty="0"/>
              <a:t>)</a:t>
            </a:r>
          </a:p>
          <a:p>
            <a:pPr marL="400050" lvl="1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oddNo</a:t>
            </a:r>
            <a:r>
              <a:rPr lang="en-US" sz="1700" dirty="0"/>
              <a:t>)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396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0051"/>
            <a:ext cx="8229600" cy="554185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Lambdas with map()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9" y="706580"/>
            <a:ext cx="9831049" cy="6096000"/>
          </a:xfrm>
        </p:spPr>
        <p:txBody>
          <a:bodyPr>
            <a:noAutofit/>
          </a:bodyPr>
          <a:lstStyle/>
          <a:p>
            <a:r>
              <a:rPr lang="en-US" sz="2200" dirty="0"/>
              <a:t>It is similar to filter() but can modify the element also and modified elements are returned which can be stored in another sequence.</a:t>
            </a:r>
          </a:p>
          <a:p>
            <a:r>
              <a:rPr lang="en-US" sz="2200" dirty="0"/>
              <a:t>It is possible to use map() function on more than one list if lists are of same length, but in that case map() takes the list as arguments of the lambda function</a:t>
            </a:r>
          </a:p>
          <a:p>
            <a:r>
              <a:rPr lang="en-US" sz="2200" dirty="0"/>
              <a:t>Example:</a:t>
            </a:r>
          </a:p>
          <a:p>
            <a:pPr marL="400050" lvl="1" indent="0">
              <a:buNone/>
            </a:pPr>
            <a:r>
              <a:rPr lang="en-US" sz="2200" dirty="0" err="1"/>
              <a:t>lstNo</a:t>
            </a:r>
            <a:r>
              <a:rPr lang="en-US" sz="2200" dirty="0"/>
              <a:t> = [3, 2, 4, 5, 6]</a:t>
            </a:r>
          </a:p>
          <a:p>
            <a:pPr marL="400050" lvl="1" indent="0">
              <a:buNone/>
            </a:pPr>
            <a:r>
              <a:rPr lang="en-US" sz="2200" dirty="0"/>
              <a:t>l1 = [1,2,3]</a:t>
            </a:r>
          </a:p>
          <a:p>
            <a:pPr marL="400050" lvl="1" indent="0">
              <a:buNone/>
            </a:pPr>
            <a:r>
              <a:rPr lang="en-US" sz="2200" dirty="0"/>
              <a:t>l2=[4,5,6]</a:t>
            </a:r>
          </a:p>
          <a:p>
            <a:pPr marL="400050" lvl="1" indent="0">
              <a:buNone/>
            </a:pPr>
            <a:endParaRPr lang="en-US" sz="2200" dirty="0"/>
          </a:p>
          <a:p>
            <a:pPr marL="400050" lvl="1" indent="0">
              <a:buNone/>
            </a:pPr>
            <a:r>
              <a:rPr lang="en-US" sz="2200" dirty="0" err="1"/>
              <a:t>def</a:t>
            </a:r>
            <a:r>
              <a:rPr lang="en-US" sz="2200" dirty="0"/>
              <a:t> </a:t>
            </a:r>
            <a:r>
              <a:rPr lang="en-US" sz="2200" dirty="0" err="1"/>
              <a:t>sqr</a:t>
            </a:r>
            <a:r>
              <a:rPr lang="en-US" sz="2200" dirty="0"/>
              <a:t>(x):</a:t>
            </a:r>
          </a:p>
          <a:p>
            <a:pPr marL="400050" lvl="1" indent="0">
              <a:buNone/>
            </a:pPr>
            <a:r>
              <a:rPr lang="en-US" sz="2200" dirty="0"/>
              <a:t>    return x*x</a:t>
            </a:r>
          </a:p>
          <a:p>
            <a:pPr marL="400050" lvl="1" indent="0">
              <a:buNone/>
            </a:pPr>
            <a:r>
              <a:rPr lang="en-US" sz="2200" dirty="0" err="1"/>
              <a:t>lst</a:t>
            </a:r>
            <a:r>
              <a:rPr lang="en-US" sz="2200" dirty="0"/>
              <a:t> = list(map(</a:t>
            </a:r>
            <a:r>
              <a:rPr lang="en-US" sz="2200" dirty="0" err="1"/>
              <a:t>sqr,lstNo</a:t>
            </a:r>
            <a:r>
              <a:rPr lang="en-US" sz="2200" dirty="0"/>
              <a:t>))</a:t>
            </a:r>
          </a:p>
          <a:p>
            <a:pPr marL="400050" lvl="1" indent="0">
              <a:buNone/>
            </a:pPr>
            <a:r>
              <a:rPr lang="en-US" sz="2200" dirty="0"/>
              <a:t>print(</a:t>
            </a:r>
            <a:r>
              <a:rPr lang="en-US" sz="2200" dirty="0" err="1"/>
              <a:t>lst</a:t>
            </a:r>
            <a:r>
              <a:rPr lang="en-US" sz="2200" dirty="0"/>
              <a:t>)</a:t>
            </a:r>
          </a:p>
          <a:p>
            <a:pPr marL="400050" lvl="1" indent="0">
              <a:buNone/>
            </a:pPr>
            <a:endParaRPr lang="en-US" sz="2200" dirty="0"/>
          </a:p>
          <a:p>
            <a:pPr marL="400050" lvl="1" indent="0">
              <a:buNone/>
            </a:pPr>
            <a:r>
              <a:rPr lang="en-US" sz="2200" dirty="0"/>
              <a:t>li = list(map(lambda </a:t>
            </a:r>
            <a:r>
              <a:rPr lang="en-US" sz="2200" dirty="0" err="1"/>
              <a:t>x,y</a:t>
            </a:r>
            <a:r>
              <a:rPr lang="en-US" sz="2200" dirty="0"/>
              <a:t>: x*y, l1,l2))</a:t>
            </a:r>
          </a:p>
          <a:p>
            <a:pPr marL="400050" lvl="1" indent="0">
              <a:buNone/>
            </a:pPr>
            <a:r>
              <a:rPr lang="en-US" sz="2200" dirty="0"/>
              <a:t>print(li)</a:t>
            </a:r>
          </a:p>
        </p:txBody>
      </p:sp>
    </p:spTree>
    <p:extLst>
      <p:ext uri="{BB962C8B-B14F-4D97-AF65-F5344CB8AC3E}">
        <p14:creationId xmlns:p14="http://schemas.microsoft.com/office/powerpoint/2010/main" val="271443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0051"/>
            <a:ext cx="8229600" cy="554185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Lambdas with reduce()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338" y="863636"/>
            <a:ext cx="9726118" cy="5904082"/>
          </a:xfrm>
        </p:spPr>
        <p:txBody>
          <a:bodyPr>
            <a:noAutofit/>
          </a:bodyPr>
          <a:lstStyle/>
          <a:p>
            <a:r>
              <a:rPr lang="en-US" sz="2400" dirty="0"/>
              <a:t>reduce() function reduces a sequence of elements to a single value by processing the elements according to a function supplied</a:t>
            </a:r>
          </a:p>
          <a:p>
            <a:r>
              <a:rPr lang="en-US" sz="2400" dirty="0"/>
              <a:t>Syntax: reduce(function, sequence)</a:t>
            </a:r>
          </a:p>
          <a:p>
            <a:r>
              <a:rPr lang="en-US" sz="2400" dirty="0"/>
              <a:t>The reduce() function reduces the list to a final value as indicated by the lambda function</a:t>
            </a:r>
          </a:p>
          <a:p>
            <a:r>
              <a:rPr lang="en-US" sz="2400" dirty="0"/>
              <a:t>reduce() function belongs to </a:t>
            </a:r>
            <a:r>
              <a:rPr lang="en-US" sz="2400" dirty="0" err="1"/>
              <a:t>functools</a:t>
            </a:r>
            <a:r>
              <a:rPr lang="en-US" sz="2400" dirty="0"/>
              <a:t> module in Python, we have to import all that module using statement:    from </a:t>
            </a:r>
            <a:r>
              <a:rPr lang="en-US" sz="2400" dirty="0" err="1"/>
              <a:t>functools</a:t>
            </a:r>
            <a:r>
              <a:rPr lang="en-US" sz="2400" dirty="0"/>
              <a:t> import * </a:t>
            </a:r>
          </a:p>
          <a:p>
            <a:r>
              <a:rPr lang="en-US" sz="2400" dirty="0"/>
              <a:t>Example</a:t>
            </a:r>
          </a:p>
          <a:p>
            <a:pPr lvl="1">
              <a:buNone/>
            </a:pPr>
            <a:r>
              <a:rPr lang="en-US" dirty="0"/>
              <a:t>from </a:t>
            </a:r>
            <a:r>
              <a:rPr lang="en-US" dirty="0" err="1"/>
              <a:t>functools</a:t>
            </a:r>
            <a:r>
              <a:rPr lang="en-US" dirty="0"/>
              <a:t> import</a:t>
            </a:r>
            <a:r>
              <a:rPr lang="en-US" dirty="0" smtClean="0"/>
              <a:t>*               #OR import </a:t>
            </a:r>
            <a:r>
              <a:rPr lang="en-US" dirty="0" err="1" smtClean="0"/>
              <a:t>functools</a:t>
            </a:r>
            <a:endParaRPr lang="en-US" dirty="0"/>
          </a:p>
          <a:p>
            <a:pPr lvl="1">
              <a:buNone/>
            </a:pPr>
            <a:r>
              <a:rPr lang="en-US" dirty="0" err="1"/>
              <a:t>lst</a:t>
            </a:r>
            <a:r>
              <a:rPr lang="en-US" dirty="0"/>
              <a:t> = [51,12,60,14,6]</a:t>
            </a:r>
          </a:p>
          <a:p>
            <a:pPr lvl="1">
              <a:buNone/>
            </a:pPr>
            <a:r>
              <a:rPr lang="en-US" dirty="0" err="1"/>
              <a:t>ans</a:t>
            </a:r>
            <a:r>
              <a:rPr lang="en-US" dirty="0"/>
              <a:t> = reduce(lambda </a:t>
            </a:r>
            <a:r>
              <a:rPr lang="en-US" dirty="0" err="1"/>
              <a:t>x,y</a:t>
            </a:r>
            <a:r>
              <a:rPr lang="en-US" dirty="0"/>
              <a:t>: x if x&gt;y else </a:t>
            </a:r>
            <a:r>
              <a:rPr lang="en-US" dirty="0" err="1"/>
              <a:t>y,lst</a:t>
            </a:r>
            <a:r>
              <a:rPr lang="en-US" dirty="0"/>
              <a:t>)</a:t>
            </a:r>
          </a:p>
          <a:p>
            <a:pPr lvl="1">
              <a:buNone/>
            </a:pPr>
            <a:r>
              <a:rPr lang="en-US" dirty="0"/>
              <a:t>print(</a:t>
            </a:r>
            <a:r>
              <a:rPr lang="en-US" dirty="0" err="1"/>
              <a:t>lst.index</a:t>
            </a:r>
            <a:r>
              <a:rPr lang="en-US" dirty="0"/>
              <a:t>(</a:t>
            </a:r>
            <a:r>
              <a:rPr lang="en-US" dirty="0" err="1"/>
              <a:t>ans</a:t>
            </a:r>
            <a:r>
              <a:rPr lang="en-US" dirty="0"/>
              <a:t>))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sum = reduce(lambda </a:t>
            </a:r>
            <a:r>
              <a:rPr lang="en-US" dirty="0" err="1"/>
              <a:t>a,b</a:t>
            </a:r>
            <a:r>
              <a:rPr lang="en-US" dirty="0"/>
              <a:t>:  </a:t>
            </a:r>
            <a:r>
              <a:rPr lang="en-US" dirty="0" err="1"/>
              <a:t>a+b</a:t>
            </a:r>
            <a:r>
              <a:rPr lang="en-US" dirty="0"/>
              <a:t>, range(1,50))</a:t>
            </a:r>
          </a:p>
          <a:p>
            <a:pPr lvl="1">
              <a:buNone/>
            </a:pPr>
            <a:r>
              <a:rPr lang="en-US" dirty="0"/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224244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861"/>
            <a:ext cx="10515600" cy="888835"/>
          </a:xfrm>
        </p:spPr>
        <p:txBody>
          <a:bodyPr/>
          <a:lstStyle/>
          <a:p>
            <a:r>
              <a:rPr lang="en-US" dirty="0" smtClean="0"/>
              <a:t>ZIP 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941696"/>
            <a:ext cx="11696132" cy="569111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zip() function take </a:t>
            </a:r>
            <a:r>
              <a:rPr lang="en-US" dirty="0" err="1"/>
              <a:t>iterables</a:t>
            </a:r>
            <a:r>
              <a:rPr lang="en-US" dirty="0"/>
              <a:t> (can be zero or more), makes iterator that aggregates elements based on the </a:t>
            </a:r>
            <a:r>
              <a:rPr lang="en-US" dirty="0" err="1"/>
              <a:t>iterables</a:t>
            </a:r>
            <a:r>
              <a:rPr lang="en-US" dirty="0"/>
              <a:t> passed, and returns an iterator of tuples.</a:t>
            </a:r>
          </a:p>
          <a:p>
            <a:pPr algn="just"/>
            <a:r>
              <a:rPr lang="en-US" dirty="0" err="1" smtClean="0"/>
              <a:t>Syantax</a:t>
            </a:r>
            <a:r>
              <a:rPr lang="en-US" dirty="0"/>
              <a:t>: zip(*</a:t>
            </a:r>
            <a:r>
              <a:rPr lang="en-US" dirty="0" err="1"/>
              <a:t>iterables</a:t>
            </a:r>
            <a:r>
              <a:rPr lang="en-US" dirty="0" smtClean="0"/>
              <a:t>)</a:t>
            </a:r>
          </a:p>
          <a:p>
            <a:pPr algn="just"/>
            <a:r>
              <a:rPr lang="en-US" dirty="0"/>
              <a:t>The zip() function returns an iterator of tuples based on the </a:t>
            </a:r>
            <a:r>
              <a:rPr lang="en-US" dirty="0" err="1"/>
              <a:t>iterable</a:t>
            </a:r>
            <a:r>
              <a:rPr lang="en-US" dirty="0"/>
              <a:t> object.</a:t>
            </a:r>
          </a:p>
          <a:p>
            <a:pPr algn="just"/>
            <a:r>
              <a:rPr lang="en-US" dirty="0"/>
              <a:t>If no parameters are passed, zip() returns an empty iterator</a:t>
            </a:r>
          </a:p>
          <a:p>
            <a:pPr algn="just"/>
            <a:r>
              <a:rPr lang="en-US" dirty="0"/>
              <a:t>If a single </a:t>
            </a:r>
            <a:r>
              <a:rPr lang="en-US" dirty="0" err="1"/>
              <a:t>iterable</a:t>
            </a:r>
            <a:r>
              <a:rPr lang="en-US" dirty="0"/>
              <a:t> is passed, zip() returns an iterator of 1-tuples. Meaning, the number of elements in each tuple is 1.</a:t>
            </a:r>
          </a:p>
          <a:p>
            <a:pPr algn="just"/>
            <a:r>
              <a:rPr lang="en-US" dirty="0"/>
              <a:t>If multiple </a:t>
            </a:r>
            <a:r>
              <a:rPr lang="en-US" dirty="0" err="1"/>
              <a:t>iterables</a:t>
            </a:r>
            <a:r>
              <a:rPr lang="en-US" dirty="0"/>
              <a:t> are passed, </a:t>
            </a:r>
            <a:r>
              <a:rPr lang="en-US" dirty="0" err="1"/>
              <a:t>ith</a:t>
            </a:r>
            <a:r>
              <a:rPr lang="en-US" dirty="0"/>
              <a:t> tuple contains </a:t>
            </a:r>
            <a:r>
              <a:rPr lang="en-US" dirty="0" err="1"/>
              <a:t>ith</a:t>
            </a:r>
            <a:r>
              <a:rPr lang="en-US" dirty="0"/>
              <a:t> Suppose, two </a:t>
            </a:r>
            <a:r>
              <a:rPr lang="en-US" dirty="0" err="1"/>
              <a:t>iterables</a:t>
            </a:r>
            <a:r>
              <a:rPr lang="en-US" dirty="0"/>
              <a:t> are passed; one </a:t>
            </a:r>
            <a:r>
              <a:rPr lang="en-US" dirty="0" err="1"/>
              <a:t>iterable</a:t>
            </a:r>
            <a:r>
              <a:rPr lang="en-US" dirty="0"/>
              <a:t> containing 3 and other containing 5 elements. Then, the returned iterator has 3 tuples. It’s because iterator stops when shortest </a:t>
            </a:r>
            <a:r>
              <a:rPr lang="en-US" dirty="0" err="1"/>
              <a:t>iterable</a:t>
            </a:r>
            <a:r>
              <a:rPr lang="en-US" dirty="0"/>
              <a:t> is </a:t>
            </a:r>
            <a:r>
              <a:rPr lang="en-US" dirty="0" err="1"/>
              <a:t>exhaused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73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8424"/>
            <a:ext cx="10515600" cy="53499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name </a:t>
            </a:r>
            <a:r>
              <a:rPr lang="en-US" dirty="0"/>
              <a:t>= ["</a:t>
            </a:r>
            <a:r>
              <a:rPr lang="en-US" dirty="0" err="1"/>
              <a:t>Manjeet</a:t>
            </a:r>
            <a:r>
              <a:rPr lang="en-US" dirty="0"/>
              <a:t>", "Nikhil", "</a:t>
            </a:r>
            <a:r>
              <a:rPr lang="en-US" dirty="0" err="1"/>
              <a:t>Shambhavi</a:t>
            </a:r>
            <a:r>
              <a:rPr lang="en-US" dirty="0"/>
              <a:t>"]</a:t>
            </a:r>
          </a:p>
          <a:p>
            <a:pPr marL="0" indent="0">
              <a:buNone/>
            </a:pPr>
            <a:r>
              <a:rPr lang="en-US" dirty="0" err="1"/>
              <a:t>roll_no</a:t>
            </a:r>
            <a:r>
              <a:rPr lang="en-US" dirty="0"/>
              <a:t> = [4, 1, 3]</a:t>
            </a:r>
          </a:p>
          <a:p>
            <a:pPr marL="0" indent="0">
              <a:buNone/>
            </a:pPr>
            <a:r>
              <a:rPr lang="en-US" dirty="0"/>
              <a:t>marks = [40, 50, 60]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mapped = zip(name, </a:t>
            </a:r>
            <a:r>
              <a:rPr lang="en-US" dirty="0" err="1"/>
              <a:t>roll_no</a:t>
            </a:r>
            <a:r>
              <a:rPr lang="en-US" dirty="0"/>
              <a:t>, marks)</a:t>
            </a:r>
          </a:p>
          <a:p>
            <a:pPr marL="0" indent="0">
              <a:buNone/>
            </a:pPr>
            <a:r>
              <a:rPr lang="en-US" dirty="0" smtClean="0"/>
              <a:t>print(list(mapped))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[('</a:t>
            </a:r>
            <a:r>
              <a:rPr lang="en-US" dirty="0" err="1"/>
              <a:t>Manjeet</a:t>
            </a:r>
            <a:r>
              <a:rPr lang="en-US" dirty="0"/>
              <a:t>', 4, 40), ('Nikhil', 1, 50), ('</a:t>
            </a:r>
            <a:r>
              <a:rPr lang="en-US" dirty="0" err="1"/>
              <a:t>Shambhavi</a:t>
            </a:r>
            <a:r>
              <a:rPr lang="en-US" dirty="0"/>
              <a:t>', 3, 60)]</a:t>
            </a:r>
          </a:p>
        </p:txBody>
      </p:sp>
    </p:spTree>
    <p:extLst>
      <p:ext uri="{BB962C8B-B14F-4D97-AF65-F5344CB8AC3E}">
        <p14:creationId xmlns:p14="http://schemas.microsoft.com/office/powerpoint/2010/main" val="301338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902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Lambda in Python</vt:lpstr>
      <vt:lpstr>Introduction</vt:lpstr>
      <vt:lpstr>The anatomy of a lambda function includes three elements:</vt:lpstr>
      <vt:lpstr>PowerPoint Presentation</vt:lpstr>
      <vt:lpstr>PowerPoint Presentation</vt:lpstr>
      <vt:lpstr>Lambda with dictionary sorting</vt:lpstr>
      <vt:lpstr>Using Lambdas with filter() Function </vt:lpstr>
      <vt:lpstr>Using Lambdas with map() Function </vt:lpstr>
      <vt:lpstr>Using Lambdas with reduce() Function </vt:lpstr>
      <vt:lpstr>ZIP ()</vt:lpstr>
      <vt:lpstr>Example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in Python</dc:title>
  <dc:creator>Urja Mankad</dc:creator>
  <cp:lastModifiedBy>urja</cp:lastModifiedBy>
  <cp:revision>16</cp:revision>
  <dcterms:created xsi:type="dcterms:W3CDTF">2024-01-22T13:54:10Z</dcterms:created>
  <dcterms:modified xsi:type="dcterms:W3CDTF">2025-02-01T04:50:07Z</dcterms:modified>
</cp:coreProperties>
</file>