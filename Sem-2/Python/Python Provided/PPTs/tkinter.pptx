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9C718-8734-3B1C-6B18-03803DC541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6EE00B-36E9-576B-5382-98EFD8EB56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774EF-52C0-6563-1AE5-8F11B6AC5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B26918-AFA0-4981-BA75-A361DECE8A45}" type="datetimeFigureOut">
              <a:rPr lang="en-IN" smtClean="0"/>
              <a:t>07-02-2024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653229-AC14-F284-3D02-9ABA6ADEC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1477F0-CF5D-056F-E15B-D5C6C1FA9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8AC55-798B-4ED7-B635-2CC5360B32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6057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A006B-711D-D2C5-3E87-9A148F448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FCC52-607C-F3BA-7610-8F3B6106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79F16-D325-84C4-5BA5-73505208D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B26918-AFA0-4981-BA75-A361DECE8A45}" type="datetimeFigureOut">
              <a:rPr lang="en-IN" smtClean="0"/>
              <a:t>07-02-2024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030972-2DD2-9F1A-AB0D-59BE27B22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54855-4725-11FD-E5B3-3121DC0DB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8AC55-798B-4ED7-B635-2CC5360B32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386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62867-498D-FCEC-A43F-A2C298670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834A6-045D-40A6-B2A3-FB6482F3D7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C5CE6C-9943-9E76-8318-D8FAA5E2D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B26918-AFA0-4981-BA75-A361DECE8A45}" type="datetimeFigureOut">
              <a:rPr lang="en-IN" smtClean="0"/>
              <a:t>07-02-2024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6CE95-4C8D-1973-6258-460DDA6A0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8C96E0-9B47-7A02-3FB7-18412E013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8AC55-798B-4ED7-B635-2CC5360B32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7415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76DCA-1E60-F960-5E0D-14A6E0974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D1F12-BC31-A0AA-7004-D5AF576430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3D939-C885-2970-A609-9BDFB921B3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6C3237-96C8-0ADD-05FB-A20FD39B1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B26918-AFA0-4981-BA75-A361DECE8A45}" type="datetimeFigureOut">
              <a:rPr lang="en-IN" smtClean="0"/>
              <a:t>07-02-2024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9071DE-6E1D-497D-5A10-35E6064B1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46943A-12A8-3300-9CB8-F18877D7F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8AC55-798B-4ED7-B635-2CC5360B32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8393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B66B7-6D8B-1B0E-5694-A066E0430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82BB64-3B78-94CB-2EF9-8B59CA65FC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C07613-5101-3164-D271-8F5E862EE3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D94B76-6417-DD18-3663-A404C9175E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0B749C-F1DF-9A88-8A5E-14747A3232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B1AE95-C7B6-70D4-96A8-7B6ABE93A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B26918-AFA0-4981-BA75-A361DECE8A45}" type="datetimeFigureOut">
              <a:rPr lang="en-IN" smtClean="0"/>
              <a:t>07-02-2024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74CFAA-4BBD-5643-79EA-A17B70AFA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2650D8-6169-E315-D047-D97E7B168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8AC55-798B-4ED7-B635-2CC5360B32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182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F3992-D997-F05A-21B9-85B55CCD2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2DFA9B-B926-B722-A6B0-169D55108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B26918-AFA0-4981-BA75-A361DECE8A45}" type="datetimeFigureOut">
              <a:rPr lang="en-IN" smtClean="0"/>
              <a:t>07-02-2024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BB1E9D-14BE-1FEC-9D5E-53D6F04A4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E0B78B-33AA-18E1-3D57-8C813A390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8AC55-798B-4ED7-B635-2CC5360B32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5605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B937BD-0A9A-3E2D-384D-F9822A685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B26918-AFA0-4981-BA75-A361DECE8A45}" type="datetimeFigureOut">
              <a:rPr lang="en-IN" smtClean="0"/>
              <a:t>07-02-2024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779C50-F636-4C5D-BCC4-8BBA59210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DB855-78A0-E4C9-3BCB-049A820DA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8AC55-798B-4ED7-B635-2CC5360B32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0688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A6CF2-EF5B-FB73-9EFA-D0E4B32FD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307A76-ED99-3F23-6CF9-AF7DCC2784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E5AF82-38E9-025A-56C9-A40B4C7B39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0BB613-04FD-071D-EE0E-22C30DCE3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B26918-AFA0-4981-BA75-A361DECE8A45}" type="datetimeFigureOut">
              <a:rPr lang="en-IN" smtClean="0"/>
              <a:t>07-02-2024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28DB1-CD1B-64FC-2EBF-D5C7908D4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1F43A8-674D-3F31-F9F2-3A2962BFD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8AC55-798B-4ED7-B635-2CC5360B32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07923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FEA17-64DD-2B8D-5AD5-D384BFF6AD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4B5401-6B38-BBCA-DF31-BF94E31154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D78FDF-E00F-0832-184F-E2DC4B2E3E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909C37-DA77-9EA3-63C2-450C5E7D9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B26918-AFA0-4981-BA75-A361DECE8A45}" type="datetimeFigureOut">
              <a:rPr lang="en-IN" smtClean="0"/>
              <a:t>07-02-2024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31B489-6EBF-69C5-01EA-805E1BF55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4E895-3F43-DB01-869F-D10206503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8AC55-798B-4ED7-B635-2CC5360B32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86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D6648-332E-4D68-32D1-8A3E2BB29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F9C7A4-3009-3392-1F2A-CDACD0B395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0142F-117F-F1A9-9F2D-5B2DCB639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B26918-AFA0-4981-BA75-A361DECE8A45}" type="datetimeFigureOut">
              <a:rPr lang="en-IN" smtClean="0"/>
              <a:t>07-02-2024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EEC085-7A10-97AD-BB61-4E6530850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9B854-5A54-A06A-8012-FB87C9DC8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8AC55-798B-4ED7-B635-2CC5360B32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050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8EC0FE-49D2-32CC-EF7A-A0BE822AB9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1DD60C-620F-A89D-5C61-F715BB1783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60EB8C-827E-06A0-AB75-67E3E2AB4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B26918-AFA0-4981-BA75-A361DECE8A45}" type="datetimeFigureOut">
              <a:rPr lang="en-IN" smtClean="0"/>
              <a:t>07-02-2024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09DD6E-93D4-365C-32C4-AE3ED56CD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D5EC3D-C291-773A-4890-631F994AA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8AC55-798B-4ED7-B635-2CC5360B32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0581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822C3B-DCC2-09E4-BCE6-33234D4C2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D38327-1AD6-CF01-B993-9282B20ABC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B010D-FCC0-4BAF-1EA6-99632AE15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B26918-AFA0-4981-BA75-A361DECE8A45}" type="datetimeFigureOut">
              <a:rPr lang="en-IN" smtClean="0"/>
              <a:t>07-02-2024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DB501-891D-92B7-5AF9-E4FA26BCA3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BF06B9-641F-3F9D-41F9-B521B93C16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B8AC55-798B-4ED7-B635-2CC5360B32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1471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avatpoint.com/python-tkinter" TargetMode="External"/><Relationship Id="rId2" Type="http://schemas.openxmlformats.org/officeDocument/2006/relationships/hyperlink" Target="https://docs.python.org/3/library/tkinter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tutorialspoint.com/python/python_gui_programming.ht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7C2D6-D231-5BA4-CCFE-7A8D6481FB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Unit-3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C92A7B-DD1F-ABEF-0F00-DCE0AAB8529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 err="1"/>
              <a:t>tkinter</a:t>
            </a:r>
            <a:r>
              <a:rPr lang="en-IN" dirty="0"/>
              <a:t> module in python</a:t>
            </a:r>
          </a:p>
        </p:txBody>
      </p:sp>
    </p:spTree>
    <p:extLst>
      <p:ext uri="{BB962C8B-B14F-4D97-AF65-F5344CB8AC3E}">
        <p14:creationId xmlns:p14="http://schemas.microsoft.com/office/powerpoint/2010/main" val="41257410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B77B9-9D4B-313E-F584-B57C58F9E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0" i="0" dirty="0">
                <a:solidFill>
                  <a:srgbClr val="272C37"/>
                </a:solidFill>
                <a:effectLst/>
                <a:latin typeface="Roboto" panose="02000000000000000000" pitchFamily="2" charset="0"/>
              </a:rPr>
              <a:t>Python GUI - Using </a:t>
            </a:r>
            <a:r>
              <a:rPr lang="en-IN" b="0" i="0" dirty="0" err="1">
                <a:solidFill>
                  <a:srgbClr val="272C37"/>
                </a:solidFill>
                <a:effectLst/>
                <a:latin typeface="Roboto" panose="02000000000000000000" pitchFamily="2" charset="0"/>
              </a:rPr>
              <a:t>Tkinter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9B049-0310-038D-E98D-DB764CDDA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Python has a variety of libraries, but these four stand out, especially in terms of GUI. </a:t>
            </a:r>
          </a:p>
          <a:p>
            <a:pPr lvl="1"/>
            <a:r>
              <a:rPr lang="en-IN" dirty="0" err="1"/>
              <a:t>Tkinter</a:t>
            </a:r>
            <a:r>
              <a:rPr lang="en-IN" dirty="0"/>
              <a:t> </a:t>
            </a:r>
          </a:p>
          <a:p>
            <a:pPr lvl="1"/>
            <a:r>
              <a:rPr lang="en-IN" dirty="0" err="1"/>
              <a:t>Kivy</a:t>
            </a:r>
            <a:r>
              <a:rPr lang="en-IN" dirty="0"/>
              <a:t> </a:t>
            </a:r>
          </a:p>
          <a:p>
            <a:pPr lvl="1"/>
            <a:r>
              <a:rPr lang="en-IN" dirty="0"/>
              <a:t>Python QT </a:t>
            </a:r>
          </a:p>
          <a:p>
            <a:pPr lvl="1"/>
            <a:r>
              <a:rPr lang="en-IN" dirty="0" err="1"/>
              <a:t>wxPython</a:t>
            </a:r>
            <a:endParaRPr lang="en-IN" dirty="0"/>
          </a:p>
          <a:p>
            <a:r>
              <a:rPr lang="en-IN" dirty="0" err="1"/>
              <a:t>Tkinter</a:t>
            </a:r>
            <a:r>
              <a:rPr lang="en-IN" dirty="0"/>
              <a:t> is the first option for a lot of learners and developers because it is quick and convenient to use. </a:t>
            </a:r>
            <a:r>
              <a:rPr lang="en-IN" dirty="0" err="1"/>
              <a:t>Tkinter</a:t>
            </a:r>
            <a:r>
              <a:rPr lang="en-IN" dirty="0"/>
              <a:t> is a Python library that can be used to construct basic graphical user interface (GUI) applications. In Python, it is the most widely used module for GUI applications.</a:t>
            </a:r>
          </a:p>
        </p:txBody>
      </p:sp>
    </p:spTree>
    <p:extLst>
      <p:ext uri="{BB962C8B-B14F-4D97-AF65-F5344CB8AC3E}">
        <p14:creationId xmlns:p14="http://schemas.microsoft.com/office/powerpoint/2010/main" val="3667120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3F8B2-C3AF-8D7C-2BD2-55FDD211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0" i="0" dirty="0">
                <a:solidFill>
                  <a:srgbClr val="272C37"/>
                </a:solidFill>
                <a:effectLst/>
                <a:latin typeface="Roboto" panose="02000000000000000000" pitchFamily="2" charset="0"/>
              </a:rPr>
              <a:t>Python GUI Application With </a:t>
            </a:r>
            <a:r>
              <a:rPr lang="en-IN" b="0" i="0" dirty="0" err="1">
                <a:solidFill>
                  <a:srgbClr val="272C37"/>
                </a:solidFill>
                <a:effectLst/>
                <a:latin typeface="Roboto" panose="02000000000000000000" pitchFamily="2" charset="0"/>
              </a:rPr>
              <a:t>Tkinter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588A6-A04D-80A1-2CC5-5238C1367F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import </a:t>
            </a:r>
            <a:r>
              <a:rPr lang="en-IN" dirty="0" err="1"/>
              <a:t>tkinter</a:t>
            </a:r>
            <a:endParaRPr lang="en-IN" dirty="0"/>
          </a:p>
          <a:p>
            <a:r>
              <a:rPr lang="en-IN" dirty="0"/>
              <a:t>Window = </a:t>
            </a:r>
            <a:r>
              <a:rPr lang="en-IN" dirty="0" err="1"/>
              <a:t>tkinter.Tk</a:t>
            </a:r>
            <a:r>
              <a:rPr lang="en-IN" dirty="0"/>
              <a:t>()</a:t>
            </a:r>
          </a:p>
          <a:p>
            <a:r>
              <a:rPr lang="en-IN" dirty="0" err="1"/>
              <a:t>w.title</a:t>
            </a:r>
            <a:r>
              <a:rPr lang="en-IN" dirty="0"/>
              <a:t>(“My App")</a:t>
            </a:r>
          </a:p>
          <a:p>
            <a:r>
              <a:rPr lang="en-IN" dirty="0"/>
              <a:t>label = </a:t>
            </a:r>
            <a:r>
              <a:rPr lang="en-IN" dirty="0" err="1"/>
              <a:t>tkinter.Label</a:t>
            </a:r>
            <a:r>
              <a:rPr lang="en-IN" dirty="0"/>
              <a:t>(w, text="Enter data").pack()</a:t>
            </a:r>
          </a:p>
          <a:p>
            <a:r>
              <a:rPr lang="en-IN" dirty="0"/>
              <a:t>OR</a:t>
            </a:r>
          </a:p>
          <a:p>
            <a:r>
              <a:rPr lang="en-IN" dirty="0"/>
              <a:t>label =</a:t>
            </a:r>
            <a:r>
              <a:rPr lang="en-IN" dirty="0" err="1"/>
              <a:t>tkinter.Label</a:t>
            </a:r>
            <a:r>
              <a:rPr lang="en-IN" dirty="0"/>
              <a:t>(text = “Python”, background=“red”)</a:t>
            </a:r>
          </a:p>
          <a:p>
            <a:r>
              <a:rPr lang="en-IN" dirty="0" err="1"/>
              <a:t>w.pack</a:t>
            </a:r>
            <a:r>
              <a:rPr lang="en-IN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254769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77E65-6DEB-F253-5085-6AADDC1CE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4970"/>
            <a:ext cx="10515600" cy="884420"/>
          </a:xfrm>
        </p:spPr>
        <p:txBody>
          <a:bodyPr>
            <a:normAutofit/>
          </a:bodyPr>
          <a:lstStyle/>
          <a:p>
            <a:r>
              <a:rPr lang="en-IN" sz="3200" b="0" i="0" dirty="0">
                <a:solidFill>
                  <a:srgbClr val="272C37"/>
                </a:solidFill>
                <a:effectLst/>
                <a:latin typeface="Roboto" panose="02000000000000000000" pitchFamily="2" charset="0"/>
              </a:rPr>
              <a:t>Working With Widgets</a:t>
            </a:r>
            <a:endParaRPr lang="en-IN" sz="32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833275F-CD03-3BEE-FE47-22F255C2EF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0210410"/>
              </p:ext>
            </p:extLst>
          </p:nvPr>
        </p:nvGraphicFramePr>
        <p:xfrm>
          <a:off x="0" y="764498"/>
          <a:ext cx="12191999" cy="6762831"/>
        </p:xfrm>
        <a:graphic>
          <a:graphicData uri="http://schemas.openxmlformats.org/drawingml/2006/table">
            <a:tbl>
              <a:tblPr/>
              <a:tblGrid>
                <a:gridCol w="1319134">
                  <a:extLst>
                    <a:ext uri="{9D8B030D-6E8A-4147-A177-3AD203B41FA5}">
                      <a16:colId xmlns:a16="http://schemas.microsoft.com/office/drawing/2014/main" val="2011150652"/>
                    </a:ext>
                  </a:extLst>
                </a:gridCol>
                <a:gridCol w="10872865">
                  <a:extLst>
                    <a:ext uri="{9D8B030D-6E8A-4147-A177-3AD203B41FA5}">
                      <a16:colId xmlns:a16="http://schemas.microsoft.com/office/drawing/2014/main" val="2505196423"/>
                    </a:ext>
                  </a:extLst>
                </a:gridCol>
              </a:tblGrid>
              <a:tr h="289176"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272C37"/>
                          </a:solidFill>
                          <a:effectLst/>
                          <a:latin typeface="Roboto" panose="02000000000000000000" pitchFamily="2" charset="0"/>
                        </a:rPr>
                        <a:t>Widget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272C37"/>
                          </a:solidFill>
                          <a:effectLst/>
                          <a:latin typeface="Roboto" panose="02000000000000000000" pitchFamily="2" charset="0"/>
                        </a:rPr>
                        <a:t>Description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643184"/>
                  </a:ext>
                </a:extLst>
              </a:tr>
              <a:tr h="289176"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Canvas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Canvas is used in the GUI to draw shapes.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1544670"/>
                  </a:ext>
                </a:extLst>
              </a:tr>
              <a:tr h="289176"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Button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The button widget is used to display buttons in the Tkinter.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4666729"/>
                  </a:ext>
                </a:extLst>
              </a:tr>
              <a:tr h="289176"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Checkbutton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 dirty="0" err="1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Checkbutton</a:t>
                      </a:r>
                      <a:r>
                        <a:rPr lang="en-IN" sz="1400" b="0" i="0" dirty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 is a class that is used to build checkboxes in the program.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0797289"/>
                  </a:ext>
                </a:extLst>
              </a:tr>
              <a:tr h="289176"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Entry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The entry widget is used in the GUI to construct input fields.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5740861"/>
                  </a:ext>
                </a:extLst>
              </a:tr>
              <a:tr h="289176"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Frame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In Tkinter, frames are used as containers.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7001626"/>
                  </a:ext>
                </a:extLst>
              </a:tr>
              <a:tr h="316407"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Label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A label is used to generate single-line widgets such as text, photographs, and many more.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0152957"/>
                  </a:ext>
                </a:extLst>
              </a:tr>
              <a:tr h="289176"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Menu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The menu is included in the GUI to build menus.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0092361"/>
                  </a:ext>
                </a:extLst>
              </a:tr>
              <a:tr h="368183"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LabelFrame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It is a container widget. Its main function is to serve as a spacer or container for complex window formats.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137243"/>
                  </a:ext>
                </a:extLst>
              </a:tr>
              <a:tr h="678836"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Menubutton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A menubutton is a component of a drop-down menu that remains visible on the screen at all times. Each menubutton is linked to a Menu widget, which displays the menubutton's options when the user clicks on it.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1160376"/>
                  </a:ext>
                </a:extLst>
              </a:tr>
              <a:tr h="368183"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Scrollbar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This widget includes a slide controller for implementing vertically scrolled widgets like Listbox, Text, and Canvas.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3308074"/>
                  </a:ext>
                </a:extLst>
              </a:tr>
              <a:tr h="529729"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Scale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When we try to pick a single value from a set of values, we use the Scale widget. It has a sliding bar from which we can pick values by sliding from left to right or top to bottom.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601045"/>
                  </a:ext>
                </a:extLst>
              </a:tr>
              <a:tr h="289176"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Notebook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This widget is used to select pages of content by clicking on tabs.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5611308"/>
                  </a:ext>
                </a:extLst>
              </a:tr>
              <a:tr h="368183"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Combobox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A Combobox widget allows you to choose one attribute from a set of options. It also helps you to enter a custom value.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3605996"/>
                  </a:ext>
                </a:extLst>
              </a:tr>
              <a:tr h="529729"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Spinbox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The Spinbox widget is a variation of the basic Tkinter Entry widget that allows you to choose from a defined set of values.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0252408"/>
                  </a:ext>
                </a:extLst>
              </a:tr>
              <a:tr h="316407"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Separator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A separator widget adds a thin horizontal or vertical rule between widget types.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8064730"/>
                  </a:ext>
                </a:extLst>
              </a:tr>
              <a:tr h="316407"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Progressbar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A Progressbar widget helps you to inform the user about the status of a long-running mission.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0642008"/>
                  </a:ext>
                </a:extLst>
              </a:tr>
              <a:tr h="289176"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Sizegrip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It gives you the option to resize the enter application window.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105177"/>
                  </a:ext>
                </a:extLst>
              </a:tr>
              <a:tr h="368183"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Treeview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400" b="0" i="0" dirty="0" err="1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TreeView</a:t>
                      </a:r>
                      <a:r>
                        <a:rPr lang="en-IN" sz="1400" b="0" i="0" dirty="0">
                          <a:solidFill>
                            <a:srgbClr val="51565E"/>
                          </a:solidFill>
                          <a:effectLst/>
                          <a:latin typeface="Roboto" panose="02000000000000000000" pitchFamily="2" charset="0"/>
                        </a:rPr>
                        <a:t> enables one to build a tree-like structure and insert objects together with their attributes.</a:t>
                      </a:r>
                    </a:p>
                  </a:txBody>
                  <a:tcPr marL="16172" marR="16172" marT="21563" marB="21563" anchor="ctr">
                    <a:lnL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C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07248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59011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B343E-96F6-A989-A56F-92072943C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5EF2A-07AF-3DF8-67C7-B2ABAC251B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98902" cy="4351338"/>
          </a:xfrm>
        </p:spPr>
        <p:txBody>
          <a:bodyPr/>
          <a:lstStyle/>
          <a:p>
            <a:r>
              <a:rPr lang="en-IN" dirty="0">
                <a:hlinkClick r:id="rId2"/>
              </a:rPr>
              <a:t>https://docs.python.org/3/library/tkinter.html</a:t>
            </a:r>
            <a:endParaRPr lang="en-IN" dirty="0"/>
          </a:p>
          <a:p>
            <a:r>
              <a:rPr lang="en-IN" dirty="0">
                <a:hlinkClick r:id="rId3"/>
              </a:rPr>
              <a:t>https://www.javatpoint.com/python-tkinter</a:t>
            </a:r>
            <a:endParaRPr lang="en-IN" dirty="0"/>
          </a:p>
          <a:p>
            <a:r>
              <a:rPr lang="en-IN" dirty="0">
                <a:hlinkClick r:id="rId4"/>
              </a:rPr>
              <a:t>https://www.tutorialspoint.com/python/python_gui_programming</a:t>
            </a:r>
            <a:r>
              <a:rPr lang="en-IN">
                <a:hlinkClick r:id="rId4"/>
              </a:rPr>
              <a:t>.htm</a:t>
            </a:r>
            <a:endParaRPr lang="en-IN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92712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489</TotalTime>
  <Words>541</Words>
  <Application>Microsoft Office PowerPoint</Application>
  <PresentationFormat>Widescreen</PresentationFormat>
  <Paragraphs>60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Roboto</vt:lpstr>
      <vt:lpstr>Office Theme</vt:lpstr>
      <vt:lpstr>Unit-3</vt:lpstr>
      <vt:lpstr>Python GUI - Using Tkinter</vt:lpstr>
      <vt:lpstr>Python GUI Application With Tkinter</vt:lpstr>
      <vt:lpstr>Working With Widgets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Unit-3</dc:title>
  <dc:creator>Urja Mankad</dc:creator>
  <cp:lastModifiedBy>Urja Mankad</cp:lastModifiedBy>
  <cp:revision>13</cp:revision>
  <dcterms:created xsi:type="dcterms:W3CDTF">2024-02-07T16:10:36Z</dcterms:created>
  <dcterms:modified xsi:type="dcterms:W3CDTF">2024-02-08T00:20:35Z</dcterms:modified>
</cp:coreProperties>
</file>