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99C718-8734-3B1C-6B18-03803DC54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76EE00B-36E9-576B-5382-98EFD8EB5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774EF-52C0-6563-1AE5-8F11B6AC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653229-AC14-F284-3D02-9ABA6ADE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1477F0-CF5D-056F-E15B-D5C6C1FA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5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A006B-711D-D2C5-3E87-9A148F44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FFCC52-607C-F3BA-7610-8F3B6106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879F16-D325-84C4-5BA5-73505208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030972-2DD2-9F1A-AB0D-59BE27B2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954855-4725-11FD-E5B3-3121DC0D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8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E62867-498D-FCEC-A43F-A2C29867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FA834A6-045D-40A6-B2A3-FB6482F3D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C5CE6C-9943-9E76-8318-D8FAA5E2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B6CE95-4C8D-1973-6258-460DDA6A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8C96E0-9B47-7A02-3FB7-18412E01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1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776DCA-1E60-F960-5E0D-14A6E097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9D1F12-BC31-A0AA-7004-D5AF5764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823D939-C885-2970-A609-9BDFB921B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6C3237-96C8-0ADD-05FB-A20FD39B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9071DE-6E1D-497D-5A10-35E6064B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446943A-12A8-3300-9CB8-F18877D7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39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0B66B7-6D8B-1B0E-5694-A066E043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482BB64-3B78-94CB-2EF9-8B59CA65F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CC07613-5101-3164-D271-8F5E862EE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3D94B76-6417-DD18-3663-A404C9175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50B749C-F1DF-9A88-8A5E-14747A323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7B1AE95-C7B6-70D4-96A8-7B6ABE93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D74CFAA-4BBD-5643-79EA-A17B70AF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12650D8-6169-E315-D047-D97E7B16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0F3992-D997-F05A-21B9-85B55CC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82DFA9B-B926-B722-A6B0-169D5510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4BB1E9D-14BE-1FEC-9D5E-53D6F04A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E0B78B-33AA-18E1-3D57-8C813A39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60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9B937BD-0A9A-3E2D-384D-F9822A68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779C50-F636-4C5D-BCC4-8BBA5921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BDB855-78A0-E4C9-3BCB-049A820D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6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3A6CF2-EF5B-FB73-9EFA-D0E4B32F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307A76-ED99-3F23-6CF9-AF7DCC27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1E5AF82-38E9-025A-56C9-A40B4C7B3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60BB613-04FD-071D-EE0E-22C30DCE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F28DB1-CD1B-64FC-2EBF-D5C7908D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41F43A8-674D-3F31-F9F2-3A2962BF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79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BFEA17-64DD-2B8D-5AD5-D384BFF6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14B5401-6B38-BBCA-DF31-BF94E3115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5D78FDF-E00F-0832-184F-E2DC4B2E3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8909C37-DA77-9EA3-63C2-450C5E7D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631B489-6EBF-69C5-01EA-805E1BF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714E895-3F43-DB01-869F-D1020650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D6648-332E-4D68-32D1-8A3E2BB2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DF9C7A4-3009-3392-1F2A-CDACD0B39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70142F-117F-F1A9-9F2D-5B2DCB63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C085-7A10-97AD-BB61-4E653085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A9B854-5A54-A06A-8012-FB87C9DC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5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18EC0FE-49D2-32CC-EF7A-A0BE822AB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01DD60C-620F-A89D-5C61-F715BB178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60EB8C-827E-06A0-AB75-67E3E2AB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09DD6E-93D4-365C-32C4-AE3ED56C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D5EC3D-C291-773A-4890-631F994A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58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B822C3B-DCC2-09E4-BCE6-33234D4C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D38327-1AD6-CF01-B993-9282B20AB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3B010D-FCC0-4BAF-1EA6-99632AE15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26918-AFA0-4981-BA75-A361DECE8A4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BDB501-891D-92B7-5AF9-E4FA26BCA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BF06B9-641F-3F9D-41F9-B521B93C1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AC55-798B-4ED7-B635-2CC5360B3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47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ython-tkinter" TargetMode="External"/><Relationship Id="rId2" Type="http://schemas.openxmlformats.org/officeDocument/2006/relationships/hyperlink" Target="https://docs.python.org/3/library/tkint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python/python_gui_programming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07C2D6-D231-5BA4-CCFE-7A8D6481F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C92A7B-DD1F-ABEF-0F00-DCE0AAB85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tkinter</a:t>
            </a:r>
            <a:r>
              <a:rPr lang="en-IN" dirty="0"/>
              <a:t> module in python</a:t>
            </a:r>
          </a:p>
        </p:txBody>
      </p:sp>
    </p:spTree>
    <p:extLst>
      <p:ext uri="{BB962C8B-B14F-4D97-AF65-F5344CB8AC3E}">
        <p14:creationId xmlns:p14="http://schemas.microsoft.com/office/powerpoint/2010/main" val="41257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5B77B9-9D4B-313E-F584-B57C58F9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Python GUI - Using </a:t>
            </a:r>
            <a:r>
              <a:rPr lang="en-IN" b="0" i="0" dirty="0" err="1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Tkinter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29B049-0310-038D-E98D-DB764CDD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has a variety of libraries, but these four stand out, especially in terms of GUI. </a:t>
            </a:r>
          </a:p>
          <a:p>
            <a:pPr lvl="1"/>
            <a:r>
              <a:rPr lang="en-IN" dirty="0" err="1"/>
              <a:t>Tkinter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Kivy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Python QT </a:t>
            </a:r>
          </a:p>
          <a:p>
            <a:pPr lvl="1"/>
            <a:r>
              <a:rPr lang="en-IN" dirty="0" err="1"/>
              <a:t>wxPython</a:t>
            </a:r>
            <a:endParaRPr lang="en-IN" dirty="0"/>
          </a:p>
          <a:p>
            <a:r>
              <a:rPr lang="en-IN" dirty="0" err="1"/>
              <a:t>Tkinter</a:t>
            </a:r>
            <a:r>
              <a:rPr lang="en-IN" dirty="0"/>
              <a:t> is the first option for a lot of learners and developers because it is quick and convenient to use. </a:t>
            </a:r>
            <a:r>
              <a:rPr lang="en-IN" dirty="0" err="1"/>
              <a:t>Tkinter</a:t>
            </a:r>
            <a:r>
              <a:rPr lang="en-IN" dirty="0"/>
              <a:t> is a Python library that can be used to construct basic graphical user interface (GUI) applications. In Python, it is the most widely used module for GUI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6712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83F8B2-C3AF-8D7C-2BD2-55FDD2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Python GUI Application With </a:t>
            </a:r>
            <a:r>
              <a:rPr lang="en-IN" b="0" i="0" dirty="0" err="1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Tkinter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E588A6-A04D-80A1-2CC5-5238C136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tkinter</a:t>
            </a:r>
            <a:endParaRPr lang="en-IN" dirty="0"/>
          </a:p>
          <a:p>
            <a:r>
              <a:rPr lang="en-IN" dirty="0" smtClean="0"/>
              <a:t>w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/>
              <a:t>tkinter.Tk</a:t>
            </a:r>
            <a:r>
              <a:rPr lang="en-IN" dirty="0" smtClean="0"/>
              <a:t>() # create window</a:t>
            </a:r>
            <a:endParaRPr lang="en-IN" dirty="0"/>
          </a:p>
          <a:p>
            <a:r>
              <a:rPr lang="en-IN" dirty="0" err="1"/>
              <a:t>w.title</a:t>
            </a:r>
            <a:r>
              <a:rPr lang="en-IN" dirty="0"/>
              <a:t>(“My App")</a:t>
            </a:r>
          </a:p>
          <a:p>
            <a:r>
              <a:rPr lang="en-IN" dirty="0"/>
              <a:t>label = </a:t>
            </a:r>
            <a:r>
              <a:rPr lang="en-IN" dirty="0" err="1"/>
              <a:t>tkinter.Label</a:t>
            </a:r>
            <a:r>
              <a:rPr lang="en-IN" dirty="0"/>
              <a:t>(w, text="Enter data").pack()</a:t>
            </a:r>
          </a:p>
          <a:p>
            <a:r>
              <a:rPr lang="en-IN" dirty="0"/>
              <a:t>OR</a:t>
            </a:r>
          </a:p>
          <a:p>
            <a:r>
              <a:rPr lang="en-IN" dirty="0"/>
              <a:t>label =</a:t>
            </a:r>
            <a:r>
              <a:rPr lang="en-IN" dirty="0" err="1"/>
              <a:t>tkinter.Label</a:t>
            </a:r>
            <a:r>
              <a:rPr lang="en-IN" dirty="0"/>
              <a:t>(text = “Python”, background=“red”)</a:t>
            </a:r>
          </a:p>
          <a:p>
            <a:r>
              <a:rPr lang="en-IN" dirty="0" err="1"/>
              <a:t>w.pack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5476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469" y="-356651"/>
            <a:ext cx="8334531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 smtClean="0"/>
              <a:t>tk</a:t>
            </a:r>
            <a:endParaRPr lang="en-IN" dirty="0"/>
          </a:p>
          <a:p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OnClick</a:t>
            </a:r>
            <a:r>
              <a:rPr lang="en-IN" dirty="0"/>
              <a:t>():</a:t>
            </a:r>
          </a:p>
          <a:p>
            <a:r>
              <a:rPr lang="en-IN" dirty="0"/>
              <a:t>    no1 = txt1.get()</a:t>
            </a:r>
          </a:p>
          <a:p>
            <a:r>
              <a:rPr lang="en-IN" dirty="0"/>
              <a:t>    no2 = txt2.get()</a:t>
            </a:r>
          </a:p>
          <a:p>
            <a:r>
              <a:rPr lang="en-IN" dirty="0"/>
              <a:t>    lbl1.config(text = no1)</a:t>
            </a:r>
          </a:p>
          <a:p>
            <a:r>
              <a:rPr lang="en-IN" dirty="0"/>
              <a:t>    lbl2.config(text = no2)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w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w.title</a:t>
            </a:r>
            <a:r>
              <a:rPr lang="en-IN" dirty="0"/>
              <a:t>('</a:t>
            </a:r>
            <a:r>
              <a:rPr lang="en-IN" dirty="0" err="1"/>
              <a:t>Calc</a:t>
            </a:r>
            <a:r>
              <a:rPr lang="en-IN" dirty="0"/>
              <a:t>')</a:t>
            </a:r>
          </a:p>
          <a:p>
            <a:r>
              <a:rPr lang="en-IN" dirty="0" err="1"/>
              <a:t>w.geometry</a:t>
            </a:r>
            <a:r>
              <a:rPr lang="en-IN" dirty="0"/>
              <a:t>('300x300')</a:t>
            </a:r>
          </a:p>
          <a:p>
            <a:endParaRPr lang="en-IN" dirty="0"/>
          </a:p>
          <a:p>
            <a:r>
              <a:rPr lang="en-IN" dirty="0"/>
              <a:t>lbl1 = </a:t>
            </a:r>
            <a:r>
              <a:rPr lang="en-IN" dirty="0" err="1"/>
              <a:t>tk.Label</a:t>
            </a:r>
            <a:r>
              <a:rPr lang="en-IN" dirty="0"/>
              <a:t>(w, text="Enter No 1:", font = ('Arial', 12))</a:t>
            </a:r>
          </a:p>
          <a:p>
            <a:r>
              <a:rPr lang="en-IN" dirty="0"/>
              <a:t>lbl1.place(x=5,y=10)</a:t>
            </a:r>
          </a:p>
          <a:p>
            <a:endParaRPr lang="en-IN" dirty="0"/>
          </a:p>
          <a:p>
            <a:r>
              <a:rPr lang="en-IN" dirty="0"/>
              <a:t>txt1 = </a:t>
            </a:r>
            <a:r>
              <a:rPr lang="en-IN" dirty="0" err="1"/>
              <a:t>tk.Entry</a:t>
            </a:r>
            <a:r>
              <a:rPr lang="en-IN" dirty="0"/>
              <a:t>(</a:t>
            </a:r>
            <a:r>
              <a:rPr lang="en-IN" dirty="0" err="1"/>
              <a:t>w,width</a:t>
            </a:r>
            <a:r>
              <a:rPr lang="en-IN" dirty="0"/>
              <a:t>=20)</a:t>
            </a:r>
          </a:p>
          <a:p>
            <a:r>
              <a:rPr lang="en-IN" dirty="0"/>
              <a:t>txt1.place(x=100, y=10)</a:t>
            </a:r>
          </a:p>
          <a:p>
            <a:endParaRPr lang="en-IN" dirty="0"/>
          </a:p>
          <a:p>
            <a:r>
              <a:rPr lang="en-IN" dirty="0"/>
              <a:t>txt2 = </a:t>
            </a:r>
            <a:r>
              <a:rPr lang="en-IN" dirty="0" err="1"/>
              <a:t>tk.Entry</a:t>
            </a:r>
            <a:r>
              <a:rPr lang="en-IN" dirty="0"/>
              <a:t>(</a:t>
            </a:r>
            <a:r>
              <a:rPr lang="en-IN" dirty="0" err="1"/>
              <a:t>w,width</a:t>
            </a:r>
            <a:r>
              <a:rPr lang="en-IN" dirty="0"/>
              <a:t>=20)</a:t>
            </a:r>
          </a:p>
          <a:p>
            <a:r>
              <a:rPr lang="en-IN" dirty="0"/>
              <a:t>txt2.place(x=100, y=70)</a:t>
            </a:r>
          </a:p>
          <a:p>
            <a:endParaRPr lang="en-IN" dirty="0"/>
          </a:p>
          <a:p>
            <a:r>
              <a:rPr lang="en-IN" dirty="0"/>
              <a:t>lbl2 = </a:t>
            </a:r>
            <a:r>
              <a:rPr lang="en-IN" dirty="0" err="1"/>
              <a:t>tk.Label</a:t>
            </a:r>
            <a:r>
              <a:rPr lang="en-IN" dirty="0"/>
              <a:t>(w, text="Enter No 2:", font = ('Arial', 12))</a:t>
            </a:r>
          </a:p>
          <a:p>
            <a:r>
              <a:rPr lang="en-IN" dirty="0"/>
              <a:t>lbl2.place(x=5,y=70)</a:t>
            </a:r>
          </a:p>
          <a:p>
            <a:endParaRPr lang="en-IN" dirty="0"/>
          </a:p>
          <a:p>
            <a:r>
              <a:rPr lang="en-IN" dirty="0" err="1"/>
              <a:t>btn</a:t>
            </a:r>
            <a:r>
              <a:rPr lang="en-IN" dirty="0"/>
              <a:t> = </a:t>
            </a:r>
            <a:r>
              <a:rPr lang="en-IN" dirty="0" err="1"/>
              <a:t>tk.Button</a:t>
            </a:r>
            <a:r>
              <a:rPr lang="en-IN" dirty="0"/>
              <a:t>(w, text="Add Numbers", command=</a:t>
            </a:r>
            <a:r>
              <a:rPr lang="en-IN" dirty="0" err="1"/>
              <a:t>OnClick</a:t>
            </a:r>
            <a:r>
              <a:rPr lang="en-IN" dirty="0"/>
              <a:t>)</a:t>
            </a:r>
          </a:p>
          <a:p>
            <a:r>
              <a:rPr lang="en-IN" dirty="0" err="1"/>
              <a:t>btn.place</a:t>
            </a:r>
            <a:r>
              <a:rPr lang="en-IN" dirty="0"/>
              <a:t>(x=100, y=200)</a:t>
            </a:r>
          </a:p>
          <a:p>
            <a:r>
              <a:rPr lang="en-IN" dirty="0" err="1"/>
              <a:t>w.mainloop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9346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77E65-6DEB-F253-5085-6AADDC1C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970"/>
            <a:ext cx="10515600" cy="884420"/>
          </a:xfrm>
        </p:spPr>
        <p:txBody>
          <a:bodyPr>
            <a:normAutofit/>
          </a:bodyPr>
          <a:lstStyle/>
          <a:p>
            <a:r>
              <a:rPr lang="en-IN" sz="3200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Working With Widgets</a:t>
            </a:r>
            <a:endParaRPr lang="en-IN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833275F-CD03-3BEE-FE47-22F255C2E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10410"/>
              </p:ext>
            </p:extLst>
          </p:nvPr>
        </p:nvGraphicFramePr>
        <p:xfrm>
          <a:off x="0" y="764498"/>
          <a:ext cx="12191999" cy="6762831"/>
        </p:xfrm>
        <a:graphic>
          <a:graphicData uri="http://schemas.openxmlformats.org/drawingml/2006/table">
            <a:tbl>
              <a:tblPr/>
              <a:tblGrid>
                <a:gridCol w="1319134">
                  <a:extLst>
                    <a:ext uri="{9D8B030D-6E8A-4147-A177-3AD203B41FA5}">
                      <a16:colId xmlns:a16="http://schemas.microsoft.com/office/drawing/2014/main" xmlns="" val="2011150652"/>
                    </a:ext>
                  </a:extLst>
                </a:gridCol>
                <a:gridCol w="10872865">
                  <a:extLst>
                    <a:ext uri="{9D8B030D-6E8A-4147-A177-3AD203B41FA5}">
                      <a16:colId xmlns:a16="http://schemas.microsoft.com/office/drawing/2014/main" xmlns="" val="2505196423"/>
                    </a:ext>
                  </a:extLst>
                </a:gridCol>
              </a:tblGrid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272C37"/>
                          </a:solidFill>
                          <a:effectLst/>
                          <a:latin typeface="Roboto" panose="02000000000000000000" pitchFamily="2" charset="0"/>
                        </a:rPr>
                        <a:t>Widget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272C37"/>
                          </a:solidFill>
                          <a:effectLst/>
                          <a:latin typeface="Roboto" panose="02000000000000000000" pitchFamily="2" charset="0"/>
                        </a:rPr>
                        <a:t>Description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03643184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Canvas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Canvas is used in the GUI to draw shapes.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1544670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Button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The button widget is used to display buttons in the Tkinter.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4666729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Checkbutton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dirty="0" err="1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Checkbutton</a:t>
                      </a:r>
                      <a:r>
                        <a:rPr lang="en-IN" sz="14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 is a class that is used to build checkboxes in the program.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70797289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Entry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The entry widget is used in the GUI to construct input fields.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5740861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Frame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In Tkinter, frames are used as containers.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7001626"/>
                  </a:ext>
                </a:extLst>
              </a:tr>
              <a:tr h="316407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Label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 label is used to generate single-line widgets such as text, photographs, and many more.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0152957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Menu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The menu is included in the GUI to build menus.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0092361"/>
                  </a:ext>
                </a:extLst>
              </a:tr>
              <a:tr h="368183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LabelFrame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It is a container widget. Its main function is to serve as a spacer or container for complex window formats.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137243"/>
                  </a:ext>
                </a:extLst>
              </a:tr>
              <a:tr h="67883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Menubutton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 menubutton is a component of a drop-down menu that remains visible on the screen at all times. Each menubutton is linked to a Menu widget, which displays the menubutton's options when the user clicks on it.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1160376"/>
                  </a:ext>
                </a:extLst>
              </a:tr>
              <a:tr h="368183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Scrollbar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This widget includes a slide controller for implementing vertically scrolled widgets like Listbox, Text, and Canvas.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63308074"/>
                  </a:ext>
                </a:extLst>
              </a:tr>
              <a:tr h="529729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Scale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When we try to pick a single value from a set of values, we use the Scale widget. It has a sliding bar from which we can pick values by sliding from left to right or top to bottom.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6601045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Notebook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This widget is used to select pages of content by clicking on tabs.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5611308"/>
                  </a:ext>
                </a:extLst>
              </a:tr>
              <a:tr h="368183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Combobox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 Combobox widget allows you to choose one attribute from a set of options. It also helps you to enter a custom value.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13605996"/>
                  </a:ext>
                </a:extLst>
              </a:tr>
              <a:tr h="529729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Spinbox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The Spinbox widget is a variation of the basic Tkinter Entry widget that allows you to choose from a defined set of values.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90252408"/>
                  </a:ext>
                </a:extLst>
              </a:tr>
              <a:tr h="316407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Separator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 separator widget adds a thin horizontal or vertical rule between widget types.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8064730"/>
                  </a:ext>
                </a:extLst>
              </a:tr>
              <a:tr h="316407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Progressbar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A Progressbar widget helps you to inform the user about the status of a long-running mission.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90642008"/>
                  </a:ext>
                </a:extLst>
              </a:tr>
              <a:tr h="289176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Sizegrip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It gives you the option to resize the enter application window.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16105177"/>
                  </a:ext>
                </a:extLst>
              </a:tr>
              <a:tr h="368183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Treeview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dirty="0" err="1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TreeView</a:t>
                      </a:r>
                      <a:r>
                        <a:rPr lang="en-IN" sz="1400" b="0" i="0" dirty="0">
                          <a:solidFill>
                            <a:srgbClr val="51565E"/>
                          </a:solidFill>
                          <a:effectLst/>
                          <a:latin typeface="Roboto" panose="02000000000000000000" pitchFamily="2" charset="0"/>
                        </a:rPr>
                        <a:t> enables one to build a tree-like structure and insert objects together with their attributes.</a:t>
                      </a:r>
                    </a:p>
                  </a:txBody>
                  <a:tcPr marL="16172" marR="16172" marT="21563" marB="21563" anchor="ctr">
                    <a:lnL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5072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90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4B343E-96F6-A989-A56F-92072943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B5EF2A-07AF-3DF8-67C7-B2ABAC25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8902" cy="4351338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https://docs.python.org/3/library/tkinter.html</a:t>
            </a:r>
            <a:endParaRPr lang="en-IN" dirty="0"/>
          </a:p>
          <a:p>
            <a:r>
              <a:rPr lang="en-IN" dirty="0">
                <a:hlinkClick r:id="rId3"/>
              </a:rPr>
              <a:t>https://www.javatpoint.com/python-tkinter</a:t>
            </a:r>
            <a:endParaRPr lang="en-IN" dirty="0"/>
          </a:p>
          <a:p>
            <a:r>
              <a:rPr lang="en-IN" dirty="0">
                <a:hlinkClick r:id="rId4"/>
              </a:rPr>
              <a:t>https://www.tutorialspoint.com/python/python_gui_programming</a:t>
            </a:r>
            <a:r>
              <a:rPr lang="en-IN">
                <a:hlinkClick r:id="rId4"/>
              </a:rPr>
              <a:t>.htm</a:t>
            </a:r>
            <a:endParaRPr lang="en-IN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2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609</Words>
  <Application>Microsoft Office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Office Theme</vt:lpstr>
      <vt:lpstr>Unit-3</vt:lpstr>
      <vt:lpstr>Python GUI - Using Tkinter</vt:lpstr>
      <vt:lpstr>Python GUI Application With Tkinter</vt:lpstr>
      <vt:lpstr>PowerPoint Presentation</vt:lpstr>
      <vt:lpstr>Working With Widgets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</dc:title>
  <dc:creator>Urja Mankad</dc:creator>
  <cp:lastModifiedBy>Administrator</cp:lastModifiedBy>
  <cp:revision>15</cp:revision>
  <dcterms:created xsi:type="dcterms:W3CDTF">2024-02-07T16:10:36Z</dcterms:created>
  <dcterms:modified xsi:type="dcterms:W3CDTF">2026-03-23T04:26:00Z</dcterms:modified>
</cp:coreProperties>
</file>