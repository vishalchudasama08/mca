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65" r:id="rId5"/>
    <p:sldId id="266" r:id="rId6"/>
    <p:sldId id="273" r:id="rId7"/>
    <p:sldId id="274" r:id="rId8"/>
    <p:sldId id="275" r:id="rId9"/>
    <p:sldId id="2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AC2DAF-67BA-EF52-06E0-497553B16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2B34CD4-B9C5-BD44-4BB6-7C4A19AD5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701B9A0-E61D-2E75-DE2B-A28BAF890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F435D5E-46EA-138E-7016-15646CF16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FDE2D1D-8F72-C4E5-3A4C-A1668450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10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8DC6C8-5816-5FB0-D473-A8F3EA36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0BA178C-2265-C3BC-864E-89D950D3E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3B3FC03-93A3-E76F-3662-B5D72FA4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D499544-2EB7-C9B8-B45E-19653DAE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77B17C5-0DA6-8156-B0BF-D18697CB6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30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4F8E1A-60C2-D58E-598B-5B02AEAC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40417C5-3476-2932-A67D-BD0C5F483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3A63423-C295-D198-239B-D509B490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E0EECCF-395A-CA45-465D-611F931BA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536DCCA-0878-A2B9-6118-06415D434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9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D3C38D-BE39-C415-7CB8-31AC54F3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373B744-124A-D9B6-D1EF-603FCBF0C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0314FB4-2678-8F60-8654-E3B53A438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AE0B5AF-041D-5767-0A9A-EE253C90F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C6904E4-A99B-73E5-DCBF-5F94CC36A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B1842BC-8A00-8F8D-6DCB-25600F35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3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B88E8D-6335-CB29-77E1-F15066FB8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68A9FF3-F2FF-5020-1761-D9F674A2F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59ABB2A-EB06-E316-2659-90C4208AB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7D1781F-768A-9496-A5D8-87412279D4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51A6325-C4DE-61A3-5E65-43647B9F5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8B001E2C-81C7-B2BF-F0D4-921C8E886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EB99F718-F36F-684A-DB11-9FE6AB51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45EA5614-D85E-0DDC-8003-48EE2AA1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75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F567511-DD8C-6CD6-AF7F-DF35AC9D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418BB3E-BE6F-578F-57E4-124BF943F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C39439B-FBFD-292B-F4D8-B3C2D162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808CC1A-FE71-59B8-8083-B8E6F0FDA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950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5307A79D-7FB5-4022-2086-0773C2FF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239A7B81-B28D-0991-F31C-6339097F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773BD9A-28BC-3CD5-A356-C5DA4BB4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054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DB062B-D57E-65D8-CF8A-D870653CB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BCE0D82-50C7-E699-4682-4A799CAE6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774FD59-B615-B2B8-7212-683BA121F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5B0567C-6C66-A636-2813-512DAA42C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35D9AA7-5448-658A-51F0-478DCF76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0A03A29-7CBE-7860-C908-A09FB466A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41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D957847-FEEF-75D4-DE2B-94C1FDC4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A98D34C-EDE9-369D-D534-82F9444E6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EA94A9B-1175-7758-58A4-0B3CC1DE6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C32A7D2-6877-34D1-8CEB-F0CE38FE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E32FD53-DB2D-0D64-3A2C-AD2E1A406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D29EF03-E30A-3303-BDB2-C2BFC184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86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40053D-0157-5CE2-B716-216D8AC9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4D3C5CC-685B-DC32-2937-710F31F6E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E4BD39A-A748-6858-6B8B-41B97603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F744E80-9646-EA87-52FC-13952AEB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86DB459-3673-7505-85C6-3DC0BF476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32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A25CF3A2-B9AD-4EF8-06A3-9C2D949F6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6090C85-9856-A80A-4CBC-A91F9CC12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8B2846E-204B-1C03-EA3A-A31141BA9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A67BD06-5161-C1CF-E214-3220EB83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374C354-138D-DC6F-0FBE-380581E22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256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0BF3C990-396D-89B7-86F5-E01F3F185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CAFF01C-7E44-7993-9EA4-F6703A19D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F3A986B-D956-1388-AACB-56B4FF73B6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8B2DB-2D00-421B-8BC7-6C2E10FEEA25}" type="datetimeFigureOut">
              <a:rPr lang="en-IN" smtClean="0"/>
              <a:t>11-01-2024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8636232-7FFC-0775-9813-8A4B5974A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F81CA93-E8A3-BD87-7B8B-397D7D7FBA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30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CA8C07-6C0E-F492-0838-8FD58ED47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658662" cy="2387600"/>
          </a:xfrm>
        </p:spPr>
        <p:txBody>
          <a:bodyPr/>
          <a:lstStyle/>
          <a:p>
            <a:r>
              <a:rPr lang="en-IN" dirty="0"/>
              <a:t>Mutable sequences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4AFAECF-C8DE-E983-F3DA-6FA8947B9A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Unit-1</a:t>
            </a:r>
          </a:p>
        </p:txBody>
      </p:sp>
    </p:spTree>
    <p:extLst>
      <p:ext uri="{BB962C8B-B14F-4D97-AF65-F5344CB8AC3E}">
        <p14:creationId xmlns:p14="http://schemas.microsoft.com/office/powerpoint/2010/main" val="1288552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Lists and Mutability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list is an ordered sequence of values, where each value is identified by an index</a:t>
            </a:r>
          </a:p>
          <a:p>
            <a:r>
              <a:rPr lang="en-IN" dirty="0"/>
              <a:t>The syntax for expressing literals of type list is to use square brackets</a:t>
            </a:r>
          </a:p>
          <a:p>
            <a:r>
              <a:rPr lang="en-US" dirty="0" err="1"/>
              <a:t>Eg</a:t>
            </a:r>
            <a:r>
              <a:rPr lang="en-US" dirty="0"/>
              <a:t>. </a:t>
            </a:r>
            <a:r>
              <a:rPr lang="en-IN" sz="2400" dirty="0"/>
              <a:t>L = ['I did it all', 4, ‘passion'] </a:t>
            </a:r>
          </a:p>
          <a:p>
            <a:pPr lvl="2">
              <a:buNone/>
            </a:pPr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</a:t>
            </a:r>
            <a:r>
              <a:rPr lang="en-IN" dirty="0" err="1"/>
              <a:t>len</a:t>
            </a:r>
            <a:r>
              <a:rPr lang="en-IN" dirty="0"/>
              <a:t>(L)): </a:t>
            </a:r>
          </a:p>
          <a:p>
            <a:pPr lvl="2">
              <a:buNone/>
            </a:pPr>
            <a:r>
              <a:rPr lang="en-IN" dirty="0"/>
              <a:t>		print L[</a:t>
            </a:r>
            <a:r>
              <a:rPr lang="en-IN" dirty="0" err="1"/>
              <a:t>i</a:t>
            </a:r>
            <a:r>
              <a:rPr lang="en-IN" dirty="0"/>
              <a:t>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Associated with Lists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 err="1"/>
              <a:t>L.append</a:t>
            </a:r>
            <a:r>
              <a:rPr lang="en-IN" sz="2000" dirty="0"/>
              <a:t>(e) adds the object e to the end of L. </a:t>
            </a:r>
          </a:p>
          <a:p>
            <a:r>
              <a:rPr lang="en-IN" sz="2000" dirty="0" err="1"/>
              <a:t>L.count</a:t>
            </a:r>
            <a:r>
              <a:rPr lang="en-IN" sz="2000" dirty="0"/>
              <a:t>(e) returns the number of times that e occurs in L. </a:t>
            </a:r>
          </a:p>
          <a:p>
            <a:r>
              <a:rPr lang="en-IN" sz="2000" dirty="0" err="1"/>
              <a:t>L.insert</a:t>
            </a:r>
            <a:r>
              <a:rPr lang="en-IN" sz="2000" dirty="0"/>
              <a:t>(</a:t>
            </a:r>
            <a:r>
              <a:rPr lang="en-IN" sz="2000" dirty="0" err="1"/>
              <a:t>i</a:t>
            </a:r>
            <a:r>
              <a:rPr lang="en-IN" sz="2000" dirty="0"/>
              <a:t>, e) inserts the object e into L at index </a:t>
            </a:r>
            <a:r>
              <a:rPr lang="en-IN" sz="2000" dirty="0" err="1"/>
              <a:t>i</a:t>
            </a:r>
            <a:r>
              <a:rPr lang="en-IN" sz="2000" dirty="0"/>
              <a:t>. </a:t>
            </a:r>
          </a:p>
          <a:p>
            <a:r>
              <a:rPr lang="en-IN" sz="2000" dirty="0" err="1"/>
              <a:t>L.extend</a:t>
            </a:r>
            <a:r>
              <a:rPr lang="en-IN" sz="2000" dirty="0"/>
              <a:t>(L1) adds the items in list L1 to the end of L. </a:t>
            </a:r>
          </a:p>
          <a:p>
            <a:r>
              <a:rPr lang="en-IN" sz="2000" dirty="0" err="1"/>
              <a:t>L.remove</a:t>
            </a:r>
            <a:r>
              <a:rPr lang="en-IN" sz="2000" dirty="0"/>
              <a:t>(e) deletes the first occurrence of e from L. </a:t>
            </a:r>
          </a:p>
          <a:p>
            <a:r>
              <a:rPr lang="en-IN" sz="2000" dirty="0" err="1"/>
              <a:t>L.index</a:t>
            </a:r>
            <a:r>
              <a:rPr lang="en-IN" sz="2000" dirty="0"/>
              <a:t>(e) returns the index of the first occurrence of e in L. It raises an exception if e is not in L. </a:t>
            </a:r>
          </a:p>
          <a:p>
            <a:r>
              <a:rPr lang="en-IN" sz="2000" dirty="0"/>
              <a:t>L.pop(</a:t>
            </a:r>
            <a:r>
              <a:rPr lang="en-IN" sz="2000" dirty="0" err="1"/>
              <a:t>i</a:t>
            </a:r>
            <a:r>
              <a:rPr lang="en-IN" sz="2000" dirty="0"/>
              <a:t>) removes and returns the item at index </a:t>
            </a:r>
            <a:r>
              <a:rPr lang="en-IN" sz="2000" dirty="0" err="1"/>
              <a:t>i</a:t>
            </a:r>
            <a:r>
              <a:rPr lang="en-IN" sz="2000" dirty="0"/>
              <a:t> in L. If </a:t>
            </a:r>
            <a:r>
              <a:rPr lang="en-IN" sz="2000" dirty="0" err="1"/>
              <a:t>i</a:t>
            </a:r>
            <a:r>
              <a:rPr lang="en-IN" sz="2000" dirty="0"/>
              <a:t> is omitted, it defaults to -1, to remove and return the last element of L. </a:t>
            </a:r>
          </a:p>
          <a:p>
            <a:r>
              <a:rPr lang="en-IN" sz="2000" dirty="0" err="1"/>
              <a:t>L.sort</a:t>
            </a:r>
            <a:r>
              <a:rPr lang="en-IN" sz="2000" dirty="0"/>
              <a:t>() sorts the elements of L in ascending order. </a:t>
            </a:r>
          </a:p>
          <a:p>
            <a:r>
              <a:rPr lang="en-IN" sz="2000" dirty="0" err="1"/>
              <a:t>L.reverse</a:t>
            </a:r>
            <a:r>
              <a:rPr lang="en-IN" sz="2000" dirty="0"/>
              <a:t>() reverses the order of the elements in 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Cloning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8820" y="838201"/>
            <a:ext cx="9923488" cy="5562599"/>
          </a:xfrm>
        </p:spPr>
        <p:txBody>
          <a:bodyPr>
            <a:normAutofit fontScale="92500" lnSpcReduction="10000"/>
          </a:bodyPr>
          <a:lstStyle/>
          <a:p>
            <a:r>
              <a:rPr lang="en-IN" sz="1600" dirty="0"/>
              <a:t>In Python, Assignment statements do not copy objects, they create bindings between a target and an object.</a:t>
            </a:r>
          </a:p>
          <a:p>
            <a:r>
              <a:rPr lang="en-IN" sz="1600" dirty="0"/>
              <a:t>When we use = operator user thinks that this creates a new object; well, it doesn’t. </a:t>
            </a:r>
          </a:p>
          <a:p>
            <a:r>
              <a:rPr lang="en-IN" sz="1600" dirty="0"/>
              <a:t>‘= ‘ operator only creates a new variable that shares the reference of the original object. </a:t>
            </a:r>
          </a:p>
          <a:p>
            <a:pPr>
              <a:buNone/>
            </a:pPr>
            <a:r>
              <a:rPr lang="en-US" sz="1600" dirty="0"/>
              <a:t>Example </a:t>
            </a:r>
            <a:endParaRPr lang="en-IN" sz="1600" dirty="0"/>
          </a:p>
          <a:p>
            <a:pPr>
              <a:buNone/>
            </a:pPr>
            <a:r>
              <a:rPr lang="en-IN" sz="1600" dirty="0"/>
              <a:t>	l1 = [1,2,3]</a:t>
            </a:r>
          </a:p>
          <a:p>
            <a:pPr>
              <a:buNone/>
            </a:pPr>
            <a:r>
              <a:rPr lang="en-IN" sz="1600" dirty="0"/>
              <a:t>	l2=l1</a:t>
            </a:r>
          </a:p>
          <a:p>
            <a:pPr>
              <a:buNone/>
            </a:pPr>
            <a:r>
              <a:rPr lang="en-IN" sz="1600" dirty="0"/>
              <a:t>	print("l1 =", l1)</a:t>
            </a:r>
          </a:p>
          <a:p>
            <a:pPr>
              <a:buNone/>
            </a:pPr>
            <a:r>
              <a:rPr lang="en-IN" sz="1600" dirty="0"/>
              <a:t>	l2.append(4) # 4 is append in both list ,l1 and l2</a:t>
            </a:r>
          </a:p>
          <a:p>
            <a:pPr>
              <a:buNone/>
            </a:pPr>
            <a:r>
              <a:rPr lang="en-IN" sz="1600" dirty="0"/>
              <a:t>	print("l1 =", l1)</a:t>
            </a:r>
          </a:p>
          <a:p>
            <a:pPr>
              <a:buNone/>
            </a:pPr>
            <a:r>
              <a:rPr lang="en-IN" sz="1600" dirty="0"/>
              <a:t>	print("l2 =", l2)</a:t>
            </a:r>
          </a:p>
          <a:p>
            <a:endParaRPr lang="en-IN" sz="1600" dirty="0"/>
          </a:p>
          <a:p>
            <a:pPr>
              <a:buNone/>
            </a:pPr>
            <a:r>
              <a:rPr lang="en-IN" sz="1600" dirty="0"/>
              <a:t>	l1=['</a:t>
            </a:r>
            <a:r>
              <a:rPr lang="en-IN" sz="1600" dirty="0" err="1"/>
              <a:t>a','b','c','d</a:t>
            </a:r>
            <a:r>
              <a:rPr lang="en-IN" sz="1600" dirty="0"/>
              <a:t>']</a:t>
            </a:r>
          </a:p>
          <a:p>
            <a:pPr>
              <a:buNone/>
            </a:pPr>
            <a:r>
              <a:rPr lang="en-IN" sz="1600" dirty="0"/>
              <a:t>	l2 = l1[1:3]        #this is an example of clone  # Called Slicing also</a:t>
            </a:r>
          </a:p>
          <a:p>
            <a:pPr>
              <a:buNone/>
            </a:pPr>
            <a:r>
              <a:rPr lang="en-IN" sz="1600" dirty="0"/>
              <a:t>	l2 = l1.copy()    #alternative way to create clone</a:t>
            </a:r>
          </a:p>
          <a:p>
            <a:pPr>
              <a:buNone/>
            </a:pPr>
            <a:r>
              <a:rPr lang="en-IN" sz="1600" dirty="0"/>
              <a:t> 	print("l2 = ",l2)</a:t>
            </a:r>
          </a:p>
          <a:p>
            <a:pPr>
              <a:buNone/>
            </a:pPr>
            <a:r>
              <a:rPr lang="en-IN" sz="1600" dirty="0"/>
              <a:t>	l2.append('e')</a:t>
            </a:r>
          </a:p>
          <a:p>
            <a:pPr>
              <a:buNone/>
            </a:pPr>
            <a:r>
              <a:rPr lang="en-IN" sz="1600" dirty="0"/>
              <a:t>	print("l1 =", l1)</a:t>
            </a:r>
          </a:p>
          <a:p>
            <a:pPr>
              <a:buNone/>
            </a:pPr>
            <a:r>
              <a:rPr lang="en-IN" sz="1600" dirty="0"/>
              <a:t>	print("l2 =", l2)</a:t>
            </a:r>
          </a:p>
          <a:p>
            <a:endParaRPr lang="en-IN" sz="1600" dirty="0"/>
          </a:p>
          <a:p>
            <a:endParaRPr lang="en-IN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Comprehension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List comprehension provides a concise way to apply an operation to the values in a sequence. </a:t>
            </a:r>
          </a:p>
          <a:p>
            <a:r>
              <a:rPr lang="en-IN" sz="2000" dirty="0"/>
              <a:t>It creates a new list in which each element is the result of applying a given operation to a value from a sequence.</a:t>
            </a:r>
          </a:p>
          <a:p>
            <a:r>
              <a:rPr lang="en-US" sz="2000" dirty="0"/>
              <a:t>Example 1:</a:t>
            </a:r>
          </a:p>
          <a:p>
            <a:pPr>
              <a:buNone/>
            </a:pPr>
            <a:r>
              <a:rPr lang="en-IN" sz="2000" dirty="0"/>
              <a:t>	L = [x**2 for x in range(1,7)] </a:t>
            </a:r>
          </a:p>
          <a:p>
            <a:pPr>
              <a:buNone/>
            </a:pPr>
            <a:r>
              <a:rPr lang="en-IN" sz="2000" dirty="0"/>
              <a:t>	print L</a:t>
            </a:r>
          </a:p>
          <a:p>
            <a:pPr>
              <a:buNone/>
            </a:pPr>
            <a:r>
              <a:rPr lang="en-US" sz="2000" dirty="0"/>
              <a:t>Output:  </a:t>
            </a:r>
            <a:r>
              <a:rPr lang="en-IN" sz="2000" dirty="0"/>
              <a:t>[1, 4, 9, 16, 25, 36]</a:t>
            </a:r>
          </a:p>
          <a:p>
            <a:r>
              <a:rPr lang="en-US" sz="2000" dirty="0"/>
              <a:t>Example 2:</a:t>
            </a:r>
          </a:p>
          <a:p>
            <a:pPr>
              <a:buNone/>
            </a:pPr>
            <a:r>
              <a:rPr lang="en-IN" sz="2000" dirty="0"/>
              <a:t>	mixed = [1, 2, 'a', 3, 4.0] </a:t>
            </a:r>
          </a:p>
          <a:p>
            <a:pPr>
              <a:buNone/>
            </a:pPr>
            <a:r>
              <a:rPr lang="en-IN" sz="2000" dirty="0"/>
              <a:t>	print </a:t>
            </a:r>
            <a:r>
              <a:rPr lang="en-IN" sz="2000" dirty="0" smtClean="0"/>
              <a:t>([</a:t>
            </a:r>
            <a:r>
              <a:rPr lang="en-IN" sz="2000" dirty="0"/>
              <a:t>x**2 for x in mixed if type(x) == </a:t>
            </a:r>
            <a:r>
              <a:rPr lang="en-IN" sz="2000" dirty="0" err="1"/>
              <a:t>int</a:t>
            </a:r>
            <a:r>
              <a:rPr lang="en-IN" sz="2000" smtClean="0"/>
              <a:t>])</a:t>
            </a:r>
            <a:endParaRPr lang="en-IN" sz="2000" dirty="0"/>
          </a:p>
          <a:p>
            <a:pPr>
              <a:buNone/>
            </a:pPr>
            <a:r>
              <a:rPr lang="en-US" sz="2000" dirty="0"/>
              <a:t>Output:   </a:t>
            </a:r>
            <a:r>
              <a:rPr lang="en-IN" sz="2000" dirty="0"/>
              <a:t>[1, 4, 9]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762000"/>
          </a:xfrm>
        </p:spPr>
        <p:txBody>
          <a:bodyPr>
            <a:normAutofit/>
          </a:bodyPr>
          <a:lstStyle/>
          <a:p>
            <a:r>
              <a:rPr lang="en-US"/>
              <a:t>Difference between List and Tuple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679462"/>
              </p:ext>
            </p:extLst>
          </p:nvPr>
        </p:nvGraphicFramePr>
        <p:xfrm>
          <a:off x="614596" y="1034321"/>
          <a:ext cx="11422506" cy="5441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109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714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5315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Tuple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06812">
                <a:tc>
                  <a:txBody>
                    <a:bodyPr/>
                    <a:lstStyle/>
                    <a:p>
                      <a:r>
                        <a:rPr lang="en-US" sz="2400" dirty="0"/>
                        <a:t>Mutable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Immutable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33058">
                <a:tc>
                  <a:txBody>
                    <a:bodyPr/>
                    <a:lstStyle/>
                    <a:p>
                      <a:r>
                        <a:rPr lang="en-US" sz="2400" dirty="0"/>
                        <a:t>Implication of iteration is time consuming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Comparatively faster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934221">
                <a:tc>
                  <a:txBody>
                    <a:bodyPr/>
                    <a:lstStyle/>
                    <a:p>
                      <a:r>
                        <a:rPr lang="en-US" sz="2400" dirty="0"/>
                        <a:t>Better for performing</a:t>
                      </a:r>
                      <a:r>
                        <a:rPr lang="en-US" sz="2400" baseline="0" dirty="0"/>
                        <a:t> operations like insertion and deletion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Appropriate for accessing the elements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20766">
                <a:tc>
                  <a:txBody>
                    <a:bodyPr/>
                    <a:lstStyle/>
                    <a:p>
                      <a:r>
                        <a:rPr lang="en-US" sz="2400"/>
                        <a:t>Consumes more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Consumes less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946514">
                <a:tc>
                  <a:txBody>
                    <a:bodyPr/>
                    <a:lstStyle/>
                    <a:p>
                      <a:r>
                        <a:rPr lang="en-US" sz="2400"/>
                        <a:t>Several</a:t>
                      </a:r>
                      <a:r>
                        <a:rPr lang="en-US" sz="2400" baseline="0"/>
                        <a:t> built-in methods are available with list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Very few methods are supported by tuple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046902">
                <a:tc>
                  <a:txBody>
                    <a:bodyPr/>
                    <a:lstStyle/>
                    <a:p>
                      <a:r>
                        <a:rPr lang="en-US" sz="2400"/>
                        <a:t>Syntax:  lt = [1, 2, 3, 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Syntax:</a:t>
                      </a:r>
                      <a:r>
                        <a:rPr lang="en-US" sz="2400" baseline="0" dirty="0"/>
                        <a:t> tup = (1, 2, 3, 4)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808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838200"/>
          </a:xfrm>
        </p:spPr>
        <p:txBody>
          <a:bodyPr/>
          <a:lstStyle/>
          <a:p>
            <a:r>
              <a:rPr lang="en-IN" dirty="0" smtClean="0"/>
              <a:t>Dictionaries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1829" y="1232941"/>
            <a:ext cx="10445646" cy="5077918"/>
          </a:xfrm>
        </p:spPr>
        <p:txBody>
          <a:bodyPr>
            <a:normAutofit/>
          </a:bodyPr>
          <a:lstStyle/>
          <a:p>
            <a:r>
              <a:rPr lang="en-IN" sz="2400" dirty="0"/>
              <a:t>Objects of type </a:t>
            </a:r>
            <a:r>
              <a:rPr lang="en-IN" sz="2400" dirty="0" err="1"/>
              <a:t>dict</a:t>
            </a:r>
            <a:r>
              <a:rPr lang="en-IN" sz="2400" dirty="0"/>
              <a:t> (short for dictionary) are like lists except that “indices” need not be integers—they can be values of any immutable type</a:t>
            </a:r>
          </a:p>
          <a:p>
            <a:r>
              <a:rPr lang="en-IN" sz="2400" dirty="0"/>
              <a:t>Since they are not ordered, we call them keys rather than indices</a:t>
            </a:r>
          </a:p>
          <a:p>
            <a:r>
              <a:rPr lang="en-IN" sz="2400" dirty="0"/>
              <a:t>So, Dictionary is a set of key/value pairs</a:t>
            </a:r>
          </a:p>
          <a:p>
            <a:r>
              <a:rPr lang="en-IN" sz="2400" dirty="0"/>
              <a:t>Literals of type </a:t>
            </a:r>
            <a:r>
              <a:rPr lang="en-IN" sz="2400" dirty="0" err="1"/>
              <a:t>dict</a:t>
            </a:r>
            <a:r>
              <a:rPr lang="en-IN" sz="2400" dirty="0"/>
              <a:t> are enclosed in curly braces, and each element is written as a key followed by a colon followed by a value.</a:t>
            </a:r>
          </a:p>
          <a:p>
            <a:r>
              <a:rPr lang="en-IN" sz="2400" dirty="0"/>
              <a:t>The entries in a </a:t>
            </a:r>
            <a:r>
              <a:rPr lang="en-IN" sz="2400" dirty="0" err="1"/>
              <a:t>dict</a:t>
            </a:r>
            <a:r>
              <a:rPr lang="en-IN" sz="2400" dirty="0"/>
              <a:t> are unordered and cannot be accessed with an index.</a:t>
            </a:r>
          </a:p>
          <a:p>
            <a:r>
              <a:rPr lang="en-US" sz="2400" dirty="0"/>
              <a:t>Example</a:t>
            </a:r>
            <a:r>
              <a:rPr lang="en-US" sz="2400" dirty="0" smtClean="0"/>
              <a:t>:</a:t>
            </a:r>
          </a:p>
          <a:p>
            <a:pPr marL="0" indent="0">
              <a:buNone/>
            </a:pPr>
            <a:r>
              <a:rPr lang="en-US" sz="2400" dirty="0" smtClean="0"/>
              <a:t>	</a:t>
            </a:r>
            <a:r>
              <a:rPr lang="en-US" sz="2400" dirty="0" err="1" smtClean="0"/>
              <a:t>dictionary_name</a:t>
            </a:r>
            <a:r>
              <a:rPr lang="en-US" sz="2400" dirty="0" smtClean="0"/>
              <a:t> </a:t>
            </a:r>
            <a:r>
              <a:rPr lang="en-US" sz="2400" dirty="0"/>
              <a:t>= {key_1: value_1, key_2: value_2, key_3: value_3}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31168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IN" sz="4000" dirty="0"/>
              <a:t>Useful operations on 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229600" cy="4906963"/>
          </a:xfrm>
        </p:spPr>
        <p:txBody>
          <a:bodyPr>
            <a:normAutofit/>
          </a:bodyPr>
          <a:lstStyle/>
          <a:p>
            <a:r>
              <a:rPr lang="en-IN" sz="2400" dirty="0" err="1"/>
              <a:t>len</a:t>
            </a:r>
            <a:r>
              <a:rPr lang="en-IN" sz="2400" dirty="0"/>
              <a:t>(d) :         returns the number of items in d. </a:t>
            </a:r>
          </a:p>
          <a:p>
            <a:r>
              <a:rPr lang="en-IN" sz="2400" dirty="0" err="1"/>
              <a:t>d.keys</a:t>
            </a:r>
            <a:r>
              <a:rPr lang="en-IN" sz="2400" dirty="0"/>
              <a:t>() :      returns a list containing the keys in d. </a:t>
            </a:r>
          </a:p>
          <a:p>
            <a:r>
              <a:rPr lang="en-IN" sz="2400" dirty="0" err="1"/>
              <a:t>d.values</a:t>
            </a:r>
            <a:r>
              <a:rPr lang="en-IN" sz="2400" dirty="0"/>
              <a:t>() :   returns a list containing the values in d. </a:t>
            </a:r>
          </a:p>
          <a:p>
            <a:r>
              <a:rPr lang="en-IN" sz="2400" dirty="0"/>
              <a:t>k in d :           returns True if key k is in d. </a:t>
            </a:r>
          </a:p>
          <a:p>
            <a:r>
              <a:rPr lang="en-IN" sz="2400" dirty="0"/>
              <a:t>d[k] :              returns the item in d with key k. </a:t>
            </a:r>
          </a:p>
          <a:p>
            <a:r>
              <a:rPr lang="en-IN" sz="2400" dirty="0" err="1"/>
              <a:t>d.get</a:t>
            </a:r>
            <a:r>
              <a:rPr lang="en-IN" sz="2400" dirty="0"/>
              <a:t>(k, v) :   returns d[k] if k is in d, and v otherwise. (v is optional)</a:t>
            </a:r>
          </a:p>
          <a:p>
            <a:r>
              <a:rPr lang="en-IN" sz="2400" dirty="0"/>
              <a:t>d[k] = v :        associates the value v with the key k in d.  If there is already a value associated with k, that value is replaced. </a:t>
            </a:r>
          </a:p>
          <a:p>
            <a:r>
              <a:rPr lang="en-IN" sz="2400" dirty="0"/>
              <a:t>del d[k] :       removes the key k from d. </a:t>
            </a:r>
          </a:p>
          <a:p>
            <a:r>
              <a:rPr lang="en-IN" sz="2400" dirty="0"/>
              <a:t>for k in d :     iterates over the keys in d</a:t>
            </a:r>
          </a:p>
        </p:txBody>
      </p:sp>
    </p:spTree>
    <p:extLst>
      <p:ext uri="{BB962C8B-B14F-4D97-AF65-F5344CB8AC3E}">
        <p14:creationId xmlns:p14="http://schemas.microsoft.com/office/powerpoint/2010/main" val="227353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762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dict_keys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66800"/>
            <a:ext cx="8229600" cy="5410200"/>
          </a:xfrm>
        </p:spPr>
        <p:txBody>
          <a:bodyPr>
            <a:normAutofit/>
          </a:bodyPr>
          <a:lstStyle/>
          <a:p>
            <a:r>
              <a:rPr lang="en-IN" dirty="0"/>
              <a:t>The method keys returns a list containing the keys of a dictionary. The order in which the keys appear is not defined</a:t>
            </a:r>
          </a:p>
          <a:p>
            <a:r>
              <a:rPr lang="en-US" dirty="0"/>
              <a:t>Method keys() returns an object of type </a:t>
            </a:r>
            <a:r>
              <a:rPr lang="en-US" dirty="0" err="1"/>
              <a:t>dict_keys</a:t>
            </a:r>
            <a:endParaRPr lang="en-US" dirty="0"/>
          </a:p>
          <a:p>
            <a:r>
              <a:rPr lang="en-US" dirty="0"/>
              <a:t>Objects of type </a:t>
            </a:r>
            <a:r>
              <a:rPr lang="en-US" dirty="0" err="1"/>
              <a:t>dict_keys</a:t>
            </a:r>
            <a:r>
              <a:rPr lang="en-US" dirty="0"/>
              <a:t> can be iterated over using </a:t>
            </a:r>
            <a:r>
              <a:rPr lang="en-US" i="1" dirty="0"/>
              <a:t>for</a:t>
            </a:r>
            <a:r>
              <a:rPr lang="en-US" dirty="0"/>
              <a:t> and membership can be tested using </a:t>
            </a:r>
            <a:r>
              <a:rPr lang="en-US" i="1" dirty="0"/>
              <a:t>in</a:t>
            </a:r>
          </a:p>
          <a:p>
            <a:r>
              <a:rPr lang="en-US" dirty="0"/>
              <a:t>An object of type </a:t>
            </a:r>
            <a:r>
              <a:rPr lang="en-US" dirty="0" err="1"/>
              <a:t>dict_keys</a:t>
            </a:r>
            <a:r>
              <a:rPr lang="en-US" dirty="0"/>
              <a:t> can easily be converted into a </a:t>
            </a:r>
            <a:r>
              <a:rPr lang="en-US" i="1" dirty="0"/>
              <a:t>list</a:t>
            </a:r>
          </a:p>
          <a:p>
            <a:r>
              <a:rPr lang="en-US" dirty="0"/>
              <a:t>Not all types of objects can be used as keys, but a key must be an object of a </a:t>
            </a:r>
            <a:r>
              <a:rPr lang="en-US" i="1" dirty="0" err="1"/>
              <a:t>hashable</a:t>
            </a:r>
            <a:r>
              <a:rPr lang="en-US" dirty="0"/>
              <a:t> type.</a:t>
            </a:r>
          </a:p>
          <a:p>
            <a:r>
              <a:rPr lang="en-US" dirty="0"/>
              <a:t>All the python’s inbuilt immutable types are </a:t>
            </a:r>
            <a:r>
              <a:rPr lang="en-US" dirty="0" err="1"/>
              <a:t>hashable</a:t>
            </a:r>
            <a:r>
              <a:rPr lang="en-US" dirty="0"/>
              <a:t> but none of the in built mutable types are </a:t>
            </a:r>
            <a:r>
              <a:rPr lang="en-US" dirty="0" err="1"/>
              <a:t>hashable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258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692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Mutable sequences in Python</vt:lpstr>
      <vt:lpstr>Lists and Mutability</vt:lpstr>
      <vt:lpstr>Methods Associated with Lists</vt:lpstr>
      <vt:lpstr>Cloning</vt:lpstr>
      <vt:lpstr>List Comprehension</vt:lpstr>
      <vt:lpstr>Difference between List and Tuple</vt:lpstr>
      <vt:lpstr>Dictionaries</vt:lpstr>
      <vt:lpstr>Useful operations on dictionaries</vt:lpstr>
      <vt:lpstr>dict_keys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Sequences in Python</dc:title>
  <dc:creator>Urja Mankad</dc:creator>
  <cp:lastModifiedBy>urja</cp:lastModifiedBy>
  <cp:revision>36</cp:revision>
  <dcterms:created xsi:type="dcterms:W3CDTF">2024-01-05T13:13:08Z</dcterms:created>
  <dcterms:modified xsi:type="dcterms:W3CDTF">2024-01-12T03:44:22Z</dcterms:modified>
</cp:coreProperties>
</file>