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C2DAF-67BA-EF52-06E0-497553B169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B34CD4-B9C5-BD44-4BB6-7C4A19AD54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1B9A0-E61D-2E75-DE2B-A28BAF890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B2DB-2D00-421B-8BC7-6C2E10FEEA25}" type="datetimeFigureOut">
              <a:rPr lang="en-IN" smtClean="0"/>
              <a:t>07-01-2024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35D5E-46EA-138E-7016-15646CF16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E2D1D-8F72-C4E5-3A4C-A16684501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183AE-911B-4FBF-B623-83A85BEC80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2100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DC6C8-5816-5FB0-D473-A8F3EA360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A178C-2265-C3BC-864E-89D950D3E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3FC03-93A3-E76F-3662-B5D72FA42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B2DB-2D00-421B-8BC7-6C2E10FEEA25}" type="datetimeFigureOut">
              <a:rPr lang="en-IN" smtClean="0"/>
              <a:t>07-01-2024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99544-2EB7-C9B8-B45E-19653DAEF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B17C5-0DA6-8156-B0BF-D18697CB6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183AE-911B-4FBF-B623-83A85BEC80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7309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F8E1A-60C2-D58E-598B-5B02AEAC4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417C5-3476-2932-A67D-BD0C5F483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63423-C295-D198-239B-D509B490A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B2DB-2D00-421B-8BC7-6C2E10FEEA25}" type="datetimeFigureOut">
              <a:rPr lang="en-IN" smtClean="0"/>
              <a:t>07-01-2024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EECCF-395A-CA45-465D-611F931BA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6DCCA-0878-A2B9-6118-06415D434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183AE-911B-4FBF-B623-83A85BEC80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929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3C38D-BE39-C415-7CB8-31AC54F3E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3B744-124A-D9B6-D1EF-603FCBF0C4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314FB4-2678-8F60-8654-E3B53A4381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0B5AF-041D-5767-0A9A-EE253C90F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B2DB-2D00-421B-8BC7-6C2E10FEEA25}" type="datetimeFigureOut">
              <a:rPr lang="en-IN" smtClean="0"/>
              <a:t>07-01-2024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6904E4-A99B-73E5-DCBF-5F94CC36A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1842BC-8A00-8F8D-6DCB-25600F35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183AE-911B-4FBF-B623-83A85BEC80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0233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88E8D-6335-CB29-77E1-F15066FB8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A9FF3-F2FF-5020-1761-D9F674A2F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9ABB2A-EB06-E316-2659-90C4208AB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D1781F-768A-9496-A5D8-87412279D4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1A6325-C4DE-61A3-5E65-43647B9F50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001E2C-81C7-B2BF-F0D4-921C8E886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B2DB-2D00-421B-8BC7-6C2E10FEEA25}" type="datetimeFigureOut">
              <a:rPr lang="en-IN" smtClean="0"/>
              <a:t>07-01-2024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99F718-F36F-684A-DB11-9FE6AB510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EA5614-D85E-0DDC-8003-48EE2AA13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183AE-911B-4FBF-B623-83A85BEC80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757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67511-DD8C-6CD6-AF7F-DF35AC9D0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18BB3E-BE6F-578F-57E4-124BF943F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B2DB-2D00-421B-8BC7-6C2E10FEEA25}" type="datetimeFigureOut">
              <a:rPr lang="en-IN" smtClean="0"/>
              <a:t>07-01-2024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39439B-FBFD-292B-F4D8-B3C2D162B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08CC1A-FE71-59B8-8083-B8E6F0FDA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183AE-911B-4FBF-B623-83A85BEC80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7950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07A79D-7FB5-4022-2086-0773C2FF7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B2DB-2D00-421B-8BC7-6C2E10FEEA25}" type="datetimeFigureOut">
              <a:rPr lang="en-IN" smtClean="0"/>
              <a:t>07-01-2024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9A7B81-B28D-0991-F31C-6339097F8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73BD9A-28BC-3CD5-A356-C5DA4BB4F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183AE-911B-4FBF-B623-83A85BEC80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054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B062B-D57E-65D8-CF8A-D870653CB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E0D82-50C7-E699-4682-4A799CAE6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4FD59-B615-B2B8-7212-683BA121FB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0567C-6C66-A636-2813-512DAA42C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B2DB-2D00-421B-8BC7-6C2E10FEEA25}" type="datetimeFigureOut">
              <a:rPr lang="en-IN" smtClean="0"/>
              <a:t>07-01-2024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5D9AA7-5448-658A-51F0-478DCF76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A03A29-7CBE-7860-C908-A09FB466A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183AE-911B-4FBF-B623-83A85BEC80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418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57847-FEEF-75D4-DE2B-94C1FDC46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98D34C-EDE9-369D-D534-82F9444E62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A94A9B-1175-7758-58A4-0B3CC1DE64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32A7D2-6877-34D1-8CEB-F0CE38FEF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B2DB-2D00-421B-8BC7-6C2E10FEEA25}" type="datetimeFigureOut">
              <a:rPr lang="en-IN" smtClean="0"/>
              <a:t>07-01-2024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32FD53-DB2D-0D64-3A2C-AD2E1A406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29EF03-E30A-3303-BDB2-C2BFC1843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183AE-911B-4FBF-B623-83A85BEC80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4864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0053D-0157-5CE2-B716-216D8AC93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D3C5CC-685B-DC32-2937-710F31F6E7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BD39A-A748-6858-6B8B-41B976039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B2DB-2D00-421B-8BC7-6C2E10FEEA25}" type="datetimeFigureOut">
              <a:rPr lang="en-IN" smtClean="0"/>
              <a:t>07-01-2024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44E80-9646-EA87-52FC-13952AEB2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DB459-3673-7505-85C6-3DC0BF476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183AE-911B-4FBF-B623-83A85BEC80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5328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5CF3A2-B9AD-4EF8-06A3-9C2D949F6B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090C85-9856-A80A-4CBC-A91F9CC12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2846E-204B-1C03-EA3A-A31141BA9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B2DB-2D00-421B-8BC7-6C2E10FEEA25}" type="datetimeFigureOut">
              <a:rPr lang="en-IN" smtClean="0"/>
              <a:t>07-01-2024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7BD06-5161-C1CF-E214-3220EB839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4C354-138D-DC6F-0FBE-380581E22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183AE-911B-4FBF-B623-83A85BEC80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5256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F3C990-396D-89B7-86F5-E01F3F185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FF01C-7E44-7993-9EA4-F6703A19D6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A986B-D956-1388-AACB-56B4FF73B6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E8B2DB-2D00-421B-8BC7-6C2E10FEEA25}" type="datetimeFigureOut">
              <a:rPr lang="en-IN" smtClean="0"/>
              <a:t>07-01-2024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36232-7FFC-0775-9813-8A4B5974AC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1CA93-E8A3-BD87-7B8B-397D7D7FBA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1183AE-911B-4FBF-B623-83A85BEC80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301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A8C07-6C0E-F492-0838-8FD58ED47E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658662" cy="2387600"/>
          </a:xfrm>
        </p:spPr>
        <p:txBody>
          <a:bodyPr/>
          <a:lstStyle/>
          <a:p>
            <a:r>
              <a:rPr lang="en-IN" dirty="0"/>
              <a:t>Methods on Strings  in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AFAECF-C8DE-E983-F3DA-6FA8947B9A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Unit-1</a:t>
            </a:r>
          </a:p>
        </p:txBody>
      </p:sp>
    </p:spTree>
    <p:extLst>
      <p:ext uri="{BB962C8B-B14F-4D97-AF65-F5344CB8AC3E}">
        <p14:creationId xmlns:p14="http://schemas.microsoft.com/office/powerpoint/2010/main" val="1288552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6177" y="202368"/>
            <a:ext cx="8229600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Methods on String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774" y="959369"/>
            <a:ext cx="11572406" cy="5696263"/>
          </a:xfrm>
        </p:spPr>
        <p:txBody>
          <a:bodyPr>
            <a:normAutofit fontScale="92500" lnSpcReduction="20000"/>
          </a:bodyPr>
          <a:lstStyle/>
          <a:p>
            <a:r>
              <a:rPr lang="en-IN" dirty="0" err="1"/>
              <a:t>s.count</a:t>
            </a:r>
            <a:r>
              <a:rPr lang="en-IN" dirty="0"/>
              <a:t>(s1) counts how many times the string s1 occurs in s.</a:t>
            </a:r>
          </a:p>
          <a:p>
            <a:r>
              <a:rPr lang="en-IN" dirty="0" err="1"/>
              <a:t>s.find</a:t>
            </a:r>
            <a:r>
              <a:rPr lang="en-IN" dirty="0"/>
              <a:t>(s1) returns the index of the first occurrence of the substring s1 in s, and -1 if s1 is not in s. </a:t>
            </a:r>
          </a:p>
          <a:p>
            <a:r>
              <a:rPr lang="en-IN" dirty="0" err="1"/>
              <a:t>s.rfind</a:t>
            </a:r>
            <a:r>
              <a:rPr lang="en-IN" dirty="0"/>
              <a:t>(s1) same as find, but starts from the end of s (the “r” in </a:t>
            </a:r>
            <a:r>
              <a:rPr lang="en-IN" dirty="0" err="1"/>
              <a:t>rfind</a:t>
            </a:r>
            <a:r>
              <a:rPr lang="en-IN" dirty="0"/>
              <a:t> stands for reverse). </a:t>
            </a:r>
          </a:p>
          <a:p>
            <a:r>
              <a:rPr lang="en-IN" dirty="0" err="1"/>
              <a:t>s.index</a:t>
            </a:r>
            <a:r>
              <a:rPr lang="en-IN" dirty="0"/>
              <a:t>(s1) same as find, but raises an exception if s1 is not in s.</a:t>
            </a:r>
          </a:p>
          <a:p>
            <a:r>
              <a:rPr lang="en-IN" dirty="0" err="1"/>
              <a:t>s.rindex</a:t>
            </a:r>
            <a:r>
              <a:rPr lang="en-IN" dirty="0"/>
              <a:t>(s1) same as index, but starts from the end of s. </a:t>
            </a:r>
          </a:p>
          <a:p>
            <a:r>
              <a:rPr lang="en-IN" dirty="0" err="1"/>
              <a:t>s.lower</a:t>
            </a:r>
            <a:r>
              <a:rPr lang="en-IN" dirty="0"/>
              <a:t>() converts all uppercase letters in s to lowercase.</a:t>
            </a:r>
          </a:p>
          <a:p>
            <a:r>
              <a:rPr lang="en-IN" dirty="0" err="1"/>
              <a:t>s.replace</a:t>
            </a:r>
            <a:r>
              <a:rPr lang="en-IN" dirty="0"/>
              <a:t>(old, new) replaces all occurrences of the string old in s with the string new. </a:t>
            </a:r>
          </a:p>
          <a:p>
            <a:r>
              <a:rPr lang="en-IN" dirty="0" err="1"/>
              <a:t>s.rstrip</a:t>
            </a:r>
            <a:r>
              <a:rPr lang="en-IN" dirty="0"/>
              <a:t>() removes trailing white space from s. </a:t>
            </a:r>
          </a:p>
          <a:p>
            <a:r>
              <a:rPr lang="en-IN" dirty="0" err="1"/>
              <a:t>s.split</a:t>
            </a:r>
            <a:r>
              <a:rPr lang="en-IN" dirty="0"/>
              <a:t>(d) Splits s using d as a delimiter. Returns a list of substrings of s. For example, the value of 'David </a:t>
            </a:r>
            <a:r>
              <a:rPr lang="en-IN" dirty="0" err="1"/>
              <a:t>Guttag</a:t>
            </a:r>
            <a:r>
              <a:rPr lang="en-IN" dirty="0"/>
              <a:t> plays </a:t>
            </a:r>
            <a:r>
              <a:rPr lang="en-IN" dirty="0" err="1"/>
              <a:t>basketball'.split</a:t>
            </a:r>
            <a:r>
              <a:rPr lang="en-IN" dirty="0"/>
              <a:t>(' ') is ['David', '</a:t>
            </a:r>
            <a:r>
              <a:rPr lang="en-IN" dirty="0" err="1"/>
              <a:t>Guttag</a:t>
            </a:r>
            <a:r>
              <a:rPr lang="en-IN" dirty="0"/>
              <a:t>', 'plays', 'basketball']. If d is omitted, the substrings are separated by arbitrary strings of whitespace characters (space, tab, newline, return, and </a:t>
            </a:r>
            <a:r>
              <a:rPr lang="en-IN" dirty="0" err="1"/>
              <a:t>formfeed</a:t>
            </a:r>
            <a:r>
              <a:rPr lang="en-IN" dirty="0"/>
              <a:t>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Tuples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Immutable ordered sequence of elements</a:t>
            </a:r>
          </a:p>
          <a:p>
            <a:r>
              <a:rPr lang="en-US" dirty="0"/>
              <a:t>Individual elements can be of any type, need not be of same type</a:t>
            </a:r>
          </a:p>
          <a:p>
            <a:r>
              <a:rPr lang="en-US" dirty="0"/>
              <a:t>Written by enclosing a comma separated list of elements within parentheses</a:t>
            </a:r>
          </a:p>
          <a:p>
            <a:r>
              <a:rPr lang="en-US" dirty="0" err="1"/>
              <a:t>Eg</a:t>
            </a:r>
            <a:r>
              <a:rPr lang="en-US" dirty="0"/>
              <a:t>. t1=(), </a:t>
            </a:r>
          </a:p>
          <a:p>
            <a:pPr>
              <a:buNone/>
            </a:pPr>
            <a:r>
              <a:rPr lang="en-US" dirty="0"/>
              <a:t>          t1=(1, ‘two’), </a:t>
            </a:r>
          </a:p>
          <a:p>
            <a:pPr>
              <a:buNone/>
            </a:pPr>
            <a:r>
              <a:rPr lang="en-US" dirty="0"/>
              <a:t>          t1 = (‘</a:t>
            </a:r>
            <a:r>
              <a:rPr lang="en-US" dirty="0" err="1"/>
              <a:t>abc</a:t>
            </a:r>
            <a:r>
              <a:rPr lang="en-US" dirty="0"/>
              <a:t>’, 23, (2, ‘</a:t>
            </a:r>
            <a:r>
              <a:rPr lang="en-US" dirty="0" err="1"/>
              <a:t>xyx</a:t>
            </a:r>
            <a:r>
              <a:rPr lang="en-US" dirty="0"/>
              <a:t>’, ‘</a:t>
            </a:r>
            <a:r>
              <a:rPr lang="en-US" dirty="0" err="1"/>
              <a:t>ahm</a:t>
            </a:r>
            <a:r>
              <a:rPr lang="en-US" dirty="0"/>
              <a:t>’),98)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52400"/>
            <a:ext cx="8229600" cy="457200"/>
          </a:xfrm>
        </p:spPr>
        <p:txBody>
          <a:bodyPr>
            <a:normAutofit fontScale="90000"/>
          </a:bodyPr>
          <a:lstStyle/>
          <a:p>
            <a:r>
              <a:rPr lang="en-US" dirty="0"/>
              <a:t>Cont…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4413" y="1219201"/>
            <a:ext cx="10403174" cy="5413947"/>
          </a:xfrm>
        </p:spPr>
        <p:txBody>
          <a:bodyPr>
            <a:normAutofit/>
          </a:bodyPr>
          <a:lstStyle/>
          <a:p>
            <a:r>
              <a:rPr lang="en-US" dirty="0"/>
              <a:t>Like strings </a:t>
            </a:r>
            <a:r>
              <a:rPr lang="en-US" dirty="0" err="1"/>
              <a:t>tuples</a:t>
            </a:r>
            <a:r>
              <a:rPr lang="en-US" dirty="0"/>
              <a:t> can be concatenated, indexed and sliced</a:t>
            </a:r>
          </a:p>
          <a:p>
            <a:r>
              <a:rPr lang="en-US" dirty="0" err="1"/>
              <a:t>Eg</a:t>
            </a:r>
            <a:r>
              <a:rPr lang="en-US" dirty="0"/>
              <a:t>.  </a:t>
            </a:r>
            <a:r>
              <a:rPr lang="en-US" dirty="0" err="1"/>
              <a:t>Concate</a:t>
            </a:r>
            <a:r>
              <a:rPr lang="en-US" dirty="0"/>
              <a:t> using + sign:   t3 = t1 + t2</a:t>
            </a:r>
          </a:p>
          <a:p>
            <a:r>
              <a:rPr lang="en-US" dirty="0"/>
              <a:t>Indexed like:  t1[3] (default index starts with 0)</a:t>
            </a:r>
          </a:p>
          <a:p>
            <a:r>
              <a:rPr lang="en-US" dirty="0"/>
              <a:t>Sliced using range: t1[2:5] (means start with 2</a:t>
            </a:r>
            <a:r>
              <a:rPr lang="en-US" baseline="30000" dirty="0"/>
              <a:t>nd</a:t>
            </a:r>
            <a:r>
              <a:rPr lang="en-US" dirty="0"/>
              <a:t> element up to 4</a:t>
            </a:r>
            <a:r>
              <a:rPr lang="en-US" baseline="30000" dirty="0"/>
              <a:t>th</a:t>
            </a:r>
            <a:r>
              <a:rPr lang="en-US" dirty="0"/>
              <a:t> element) , t1[-2]</a:t>
            </a:r>
          </a:p>
          <a:p>
            <a:r>
              <a:rPr lang="en-US" dirty="0"/>
              <a:t>Length of tuple using </a:t>
            </a:r>
            <a:r>
              <a:rPr lang="en-US" dirty="0" err="1"/>
              <a:t>len</a:t>
            </a:r>
            <a:r>
              <a:rPr lang="en-US" dirty="0"/>
              <a:t>(&lt;name of tuple&gt;)</a:t>
            </a:r>
          </a:p>
          <a:p>
            <a:r>
              <a:rPr lang="en-US" dirty="0"/>
              <a:t>Delete using del(&lt;name of tuple&gt;)</a:t>
            </a:r>
          </a:p>
          <a:p>
            <a:r>
              <a:rPr lang="en-US" dirty="0"/>
              <a:t>Compare using </a:t>
            </a:r>
            <a:r>
              <a:rPr lang="en-US" dirty="0" err="1"/>
              <a:t>cmp</a:t>
            </a:r>
            <a:r>
              <a:rPr lang="en-US" dirty="0"/>
              <a:t>(t1,t2)</a:t>
            </a:r>
          </a:p>
          <a:p>
            <a:r>
              <a:rPr lang="en-US" dirty="0"/>
              <a:t>Find Maximum and Minimum from tuple using max() and min() functions</a:t>
            </a:r>
          </a:p>
          <a:p>
            <a:r>
              <a:rPr lang="en-US" dirty="0"/>
              <a:t>Programs: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Ranges are immutable</a:t>
            </a:r>
          </a:p>
          <a:p>
            <a:r>
              <a:rPr lang="en-US" dirty="0"/>
              <a:t>Returns an object of type range</a:t>
            </a:r>
          </a:p>
          <a:p>
            <a:r>
              <a:rPr lang="en-US" dirty="0"/>
              <a:t>Takes 3 integer arguments: start, stop, step</a:t>
            </a:r>
          </a:p>
          <a:p>
            <a:r>
              <a:rPr lang="en-US" dirty="0"/>
              <a:t>If step is +</a:t>
            </a:r>
            <a:r>
              <a:rPr lang="en-US" dirty="0" err="1"/>
              <a:t>ve</a:t>
            </a:r>
            <a:r>
              <a:rPr lang="en-US" dirty="0"/>
              <a:t> int then last element is the largest(i.e. start +  </a:t>
            </a:r>
            <a:r>
              <a:rPr lang="en-US" dirty="0" err="1"/>
              <a:t>i</a:t>
            </a:r>
            <a:r>
              <a:rPr lang="en-US" dirty="0"/>
              <a:t>*step is &lt; stop) integer</a:t>
            </a:r>
          </a:p>
          <a:p>
            <a:r>
              <a:rPr lang="en-US" dirty="0"/>
              <a:t>If step is -</a:t>
            </a:r>
            <a:r>
              <a:rPr lang="en-US" dirty="0" err="1"/>
              <a:t>ve</a:t>
            </a:r>
            <a:r>
              <a:rPr lang="en-US" dirty="0"/>
              <a:t> int then last element is the smallest (i.e. start +  </a:t>
            </a:r>
            <a:r>
              <a:rPr lang="en-US" dirty="0" err="1"/>
              <a:t>i</a:t>
            </a:r>
            <a:r>
              <a:rPr lang="en-US" dirty="0"/>
              <a:t>*step is &gt; stop) integer</a:t>
            </a:r>
          </a:p>
          <a:p>
            <a:r>
              <a:rPr lang="en-US" dirty="0"/>
              <a:t>Start defaults to 0 and step defaults to 1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533400"/>
          </a:xfrm>
        </p:spPr>
        <p:txBody>
          <a:bodyPr>
            <a:normAutofit fontScale="90000"/>
          </a:bodyPr>
          <a:lstStyle/>
          <a:p>
            <a:r>
              <a:rPr lang="en-US" dirty="0"/>
              <a:t>Cont…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877" y="1447800"/>
            <a:ext cx="10550577" cy="4407108"/>
          </a:xfrm>
        </p:spPr>
        <p:txBody>
          <a:bodyPr>
            <a:normAutofit/>
          </a:bodyPr>
          <a:lstStyle/>
          <a:p>
            <a:r>
              <a:rPr lang="en-US" dirty="0"/>
              <a:t>All the operations on </a:t>
            </a:r>
            <a:r>
              <a:rPr lang="en-US" dirty="0" err="1"/>
              <a:t>tuples</a:t>
            </a:r>
            <a:r>
              <a:rPr lang="en-US" dirty="0"/>
              <a:t> are available for range except for concatenation and repetition</a:t>
            </a:r>
          </a:p>
          <a:p>
            <a:r>
              <a:rPr lang="en-US" dirty="0"/>
              <a:t>== operator is used to compare objects, will return TRUE if both ranges represent the same sequence of integers</a:t>
            </a:r>
          </a:p>
          <a:p>
            <a:r>
              <a:rPr lang="en-US" dirty="0"/>
              <a:t>Unlike object of type TUPLE, the amount of space occupied by an object of type RANGE is not proportional to its length</a:t>
            </a:r>
          </a:p>
          <a:p>
            <a:r>
              <a:rPr lang="en-US" dirty="0"/>
              <a:t>It depends on its start , stop and step values, Can be stored in a small amount of space </a:t>
            </a:r>
          </a:p>
          <a:p>
            <a:r>
              <a:rPr lang="en-US" dirty="0"/>
              <a:t>Programs: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741</TotalTime>
  <Words>567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Methods on Strings  in Python</vt:lpstr>
      <vt:lpstr>Methods on String</vt:lpstr>
      <vt:lpstr>Tuples</vt:lpstr>
      <vt:lpstr>Cont…</vt:lpstr>
      <vt:lpstr>Ranges</vt:lpstr>
      <vt:lpstr>Cont…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Sequences in Python</dc:title>
  <dc:creator>Urja Mankad</dc:creator>
  <cp:lastModifiedBy>Urja Mankad</cp:lastModifiedBy>
  <cp:revision>32</cp:revision>
  <dcterms:created xsi:type="dcterms:W3CDTF">2024-01-05T13:13:08Z</dcterms:created>
  <dcterms:modified xsi:type="dcterms:W3CDTF">2024-01-07T17:20:27Z</dcterms:modified>
</cp:coreProperties>
</file>