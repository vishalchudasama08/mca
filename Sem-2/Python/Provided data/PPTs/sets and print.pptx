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62" autoAdjust="0"/>
    <p:restoredTop sz="94660"/>
  </p:normalViewPr>
  <p:slideViewPr>
    <p:cSldViewPr snapToGrid="0">
      <p:cViewPr varScale="1">
        <p:scale>
          <a:sx n="74" d="100"/>
          <a:sy n="74" d="100"/>
        </p:scale>
        <p:origin x="5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FFA3-2AAF-479E-B3D5-E0C47A8CF18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06DA6-9602-4B8E-A572-F63B5C4C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77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FFA3-2AAF-479E-B3D5-E0C47A8CF18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06DA6-9602-4B8E-A572-F63B5C4C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09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FFA3-2AAF-479E-B3D5-E0C47A8CF18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06DA6-9602-4B8E-A572-F63B5C4C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78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FFA3-2AAF-479E-B3D5-E0C47A8CF18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06DA6-9602-4B8E-A572-F63B5C4C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07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FFA3-2AAF-479E-B3D5-E0C47A8CF18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06DA6-9602-4B8E-A572-F63B5C4C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67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FFA3-2AAF-479E-B3D5-E0C47A8CF18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06DA6-9602-4B8E-A572-F63B5C4C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711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FFA3-2AAF-479E-B3D5-E0C47A8CF18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06DA6-9602-4B8E-A572-F63B5C4C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21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FFA3-2AAF-479E-B3D5-E0C47A8CF18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06DA6-9602-4B8E-A572-F63B5C4C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567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FFA3-2AAF-479E-B3D5-E0C47A8CF18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06DA6-9602-4B8E-A572-F63B5C4C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07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FFA3-2AAF-479E-B3D5-E0C47A8CF18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06DA6-9602-4B8E-A572-F63B5C4C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60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FFA3-2AAF-479E-B3D5-E0C47A8CF18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06DA6-9602-4B8E-A572-F63B5C4C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52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CFFA3-2AAF-479E-B3D5-E0C47A8CF188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06DA6-9602-4B8E-A572-F63B5C4C3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915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file:///\\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Print statement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620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Print(“hello how are you\n what is your name?”)</a:t>
            </a:r>
          </a:p>
          <a:p>
            <a:r>
              <a:rPr lang="en-US" dirty="0"/>
              <a:t> </a:t>
            </a:r>
            <a:r>
              <a:rPr lang="en-US" dirty="0" smtClean="0"/>
              <a:t>         o/p   hello how are you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what is your name?</a:t>
            </a:r>
          </a:p>
          <a:p>
            <a:r>
              <a:rPr lang="en-US" dirty="0" smtClean="0"/>
              <a:t>Print(“</a:t>
            </a:r>
            <a:r>
              <a:rPr lang="en-US" dirty="0" err="1" smtClean="0"/>
              <a:t>hii</a:t>
            </a:r>
            <a:r>
              <a:rPr lang="en-US" dirty="0" smtClean="0"/>
              <a:t> \t l j university”)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o/p   </a:t>
            </a:r>
            <a:r>
              <a:rPr lang="en-US" dirty="0" err="1" smtClean="0"/>
              <a:t>hiii</a:t>
            </a:r>
            <a:r>
              <a:rPr lang="en-US" dirty="0" smtClean="0"/>
              <a:t>              l j university</a:t>
            </a:r>
          </a:p>
          <a:p>
            <a:r>
              <a:rPr lang="en-US" dirty="0" smtClean="0"/>
              <a:t>Print (“hello how are you </a:t>
            </a:r>
            <a:r>
              <a:rPr lang="en-US" dirty="0" smtClean="0">
                <a:hlinkClick r:id="rId2" action="ppaction://hlinkfile"/>
              </a:rPr>
              <a:t>\\n</a:t>
            </a:r>
            <a:r>
              <a:rPr lang="en-US" dirty="0" smtClean="0"/>
              <a:t> what is your name?”)</a:t>
            </a:r>
          </a:p>
          <a:p>
            <a:r>
              <a:rPr lang="en-US" dirty="0"/>
              <a:t> </a:t>
            </a:r>
            <a:r>
              <a:rPr lang="en-US" dirty="0" smtClean="0"/>
              <a:t>             o/p        hello how are you \n what is your name?</a:t>
            </a:r>
          </a:p>
        </p:txBody>
      </p:sp>
    </p:spTree>
    <p:extLst>
      <p:ext uri="{BB962C8B-B14F-4D97-AF65-F5344CB8AC3E}">
        <p14:creationId xmlns:p14="http://schemas.microsoft.com/office/powerpoint/2010/main" val="3310254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Printing variables</a:t>
            </a:r>
          </a:p>
          <a:p>
            <a:pPr marL="0" indent="0">
              <a:buNone/>
            </a:pPr>
            <a:r>
              <a:rPr lang="en-US" dirty="0" smtClean="0"/>
              <a:t>     print(</a:t>
            </a:r>
            <a:r>
              <a:rPr lang="en-US" dirty="0" err="1" smtClean="0"/>
              <a:t>a,b</a:t>
            </a:r>
            <a:r>
              <a:rPr lang="en-US" dirty="0" smtClean="0"/>
              <a:t> , </a:t>
            </a:r>
            <a:r>
              <a:rPr lang="en-US" dirty="0" err="1" smtClean="0"/>
              <a:t>sep</a:t>
            </a:r>
            <a:r>
              <a:rPr lang="en-US" dirty="0" smtClean="0"/>
              <a:t>=“,”)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output 2,4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print(</a:t>
            </a:r>
            <a:r>
              <a:rPr lang="en-US" dirty="0" err="1" smtClean="0"/>
              <a:t>a,b</a:t>
            </a:r>
            <a:r>
              <a:rPr lang="en-US" dirty="0" smtClean="0"/>
              <a:t>, </a:t>
            </a:r>
            <a:r>
              <a:rPr lang="en-US" dirty="0" err="1" smtClean="0"/>
              <a:t>sep</a:t>
            </a:r>
            <a:r>
              <a:rPr lang="en-US" dirty="0" smtClean="0"/>
              <a:t>=“:”)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output 2:4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- by default every print statement prints the output in different lines by throwing the cursor to the next line</a:t>
            </a:r>
          </a:p>
          <a:p>
            <a:pPr>
              <a:buFontTx/>
              <a:buChar char="-"/>
            </a:pPr>
            <a:r>
              <a:rPr lang="en-US" dirty="0" smtClean="0"/>
              <a:t>Using the end attribute we can prevent it from going to the next line</a:t>
            </a:r>
          </a:p>
          <a:p>
            <a:pPr>
              <a:buFontTx/>
              <a:buChar char="-"/>
            </a:pPr>
            <a:r>
              <a:rPr lang="en-US" dirty="0"/>
              <a:t> </a:t>
            </a:r>
            <a:r>
              <a:rPr lang="en-US" dirty="0" smtClean="0"/>
              <a:t>     print(“</a:t>
            </a:r>
            <a:r>
              <a:rPr lang="en-US" dirty="0" err="1" smtClean="0"/>
              <a:t>hello”,end</a:t>
            </a:r>
            <a:r>
              <a:rPr lang="en-US" dirty="0" smtClean="0"/>
              <a:t>=‘’)</a:t>
            </a:r>
          </a:p>
          <a:p>
            <a:pPr>
              <a:buFontTx/>
              <a:buChar char="-"/>
            </a:pPr>
            <a:r>
              <a:rPr lang="en-US" dirty="0"/>
              <a:t> </a:t>
            </a:r>
            <a:r>
              <a:rPr lang="en-US" dirty="0" smtClean="0"/>
              <a:t>      print (“hello”, end=‘\t’)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089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Print and variable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Print (“formatted string “ % (variables list))</a:t>
            </a:r>
          </a:p>
          <a:p>
            <a:pPr marL="0" indent="0">
              <a:buNone/>
            </a:pPr>
            <a:r>
              <a:rPr lang="en-US" dirty="0" smtClean="0"/>
              <a:t>In the formatted string we can use %</a:t>
            </a:r>
            <a:r>
              <a:rPr lang="en-US" dirty="0" err="1" smtClean="0"/>
              <a:t>i</a:t>
            </a:r>
            <a:r>
              <a:rPr lang="en-US" dirty="0" smtClean="0"/>
              <a:t> or %d to represent the decimal integer numbers.</a:t>
            </a:r>
          </a:p>
          <a:p>
            <a:pPr marL="0" indent="0">
              <a:buNone/>
            </a:pPr>
            <a:r>
              <a:rPr lang="en-US" dirty="0" smtClean="0"/>
              <a:t>%f  is used for float numbers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x=10</a:t>
            </a:r>
          </a:p>
          <a:p>
            <a:pPr marL="0" indent="0">
              <a:buNone/>
            </a:pPr>
            <a:r>
              <a:rPr lang="en-US" dirty="0" smtClean="0"/>
              <a:t>Print(“value=%</a:t>
            </a:r>
            <a:r>
              <a:rPr lang="en-US" dirty="0" err="1" smtClean="0"/>
              <a:t>i</a:t>
            </a:r>
            <a:r>
              <a:rPr lang="en-US" dirty="0" smtClean="0"/>
              <a:t>” % x)</a:t>
            </a:r>
          </a:p>
          <a:p>
            <a:pPr marL="0" indent="0">
              <a:buNone/>
            </a:pPr>
            <a:r>
              <a:rPr lang="en-US" dirty="0" smtClean="0"/>
              <a:t>Print(‘x=%</a:t>
            </a:r>
            <a:r>
              <a:rPr lang="en-US" dirty="0" err="1" smtClean="0"/>
              <a:t>i</a:t>
            </a:r>
            <a:r>
              <a:rPr lang="en-US" dirty="0" smtClean="0"/>
              <a:t> y=%d’ % (</a:t>
            </a:r>
            <a:r>
              <a:rPr lang="en-US" dirty="0" err="1" smtClean="0"/>
              <a:t>x,y</a:t>
            </a:r>
            <a:r>
              <a:rPr lang="en-US" dirty="0" smtClean="0"/>
              <a:t>))</a:t>
            </a:r>
          </a:p>
          <a:p>
            <a:pPr marL="0" indent="0">
              <a:buNone/>
            </a:pPr>
            <a:r>
              <a:rPr lang="en-US" dirty="0" smtClean="0"/>
              <a:t>Print(‘hello %s’ % name)</a:t>
            </a:r>
          </a:p>
          <a:p>
            <a:pPr marL="0" indent="0">
              <a:buNone/>
            </a:pPr>
            <a:r>
              <a:rPr lang="en-US" dirty="0" smtClean="0"/>
              <a:t>Print(“hello (%20s)’ % name)</a:t>
            </a:r>
          </a:p>
          <a:p>
            <a:pPr marL="0" indent="0">
              <a:buNone/>
            </a:pPr>
            <a:r>
              <a:rPr lang="en-US" dirty="0" smtClean="0"/>
              <a:t>Print(“hello (%-0s)’ % name)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27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Operators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symbol that performs an operation</a:t>
            </a:r>
          </a:p>
          <a:p>
            <a:r>
              <a:rPr lang="en-US" dirty="0" smtClean="0"/>
              <a:t>It works on operands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865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Arithmetic operators</a:t>
            </a:r>
          </a:p>
          <a:p>
            <a:r>
              <a:rPr lang="en-US" dirty="0" smtClean="0"/>
              <a:t>Assignment operators</a:t>
            </a:r>
          </a:p>
          <a:p>
            <a:r>
              <a:rPr lang="en-US" dirty="0" smtClean="0"/>
              <a:t>Relational Operators</a:t>
            </a:r>
          </a:p>
          <a:p>
            <a:r>
              <a:rPr lang="en-US" dirty="0" smtClean="0"/>
              <a:t>Logical Operators</a:t>
            </a:r>
          </a:p>
          <a:p>
            <a:r>
              <a:rPr lang="en-US" dirty="0" smtClean="0"/>
              <a:t>Boolean operators</a:t>
            </a:r>
          </a:p>
          <a:p>
            <a:r>
              <a:rPr lang="en-US" dirty="0" smtClean="0"/>
              <a:t>Bitwise Operators</a:t>
            </a:r>
          </a:p>
          <a:p>
            <a:r>
              <a:rPr lang="en-US" dirty="0" smtClean="0"/>
              <a:t>Membership Operators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712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Arithmetic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+   addition</a:t>
            </a:r>
          </a:p>
          <a:p>
            <a:r>
              <a:rPr lang="en-US" dirty="0" smtClean="0"/>
              <a:t>-   Subtraction</a:t>
            </a:r>
          </a:p>
          <a:p>
            <a:r>
              <a:rPr lang="en-US" dirty="0" smtClean="0"/>
              <a:t>*   multiplication</a:t>
            </a:r>
          </a:p>
          <a:p>
            <a:r>
              <a:rPr lang="en-US" dirty="0" smtClean="0"/>
              <a:t>/   division</a:t>
            </a:r>
          </a:p>
          <a:p>
            <a:r>
              <a:rPr lang="en-US" dirty="0" smtClean="0"/>
              <a:t>%   modul</a:t>
            </a:r>
            <a:r>
              <a:rPr lang="en-US" dirty="0"/>
              <a:t>o</a:t>
            </a:r>
            <a:endParaRPr lang="en-US" dirty="0" smtClean="0"/>
          </a:p>
          <a:p>
            <a:r>
              <a:rPr lang="en-US" dirty="0" smtClean="0"/>
              <a:t>**  </a:t>
            </a:r>
            <a:r>
              <a:rPr lang="en-US" dirty="0" err="1" smtClean="0"/>
              <a:t>exponentation</a:t>
            </a:r>
            <a:endParaRPr lang="en-US" dirty="0" smtClean="0"/>
          </a:p>
          <a:p>
            <a:r>
              <a:rPr lang="en-US" dirty="0" smtClean="0"/>
              <a:t>//  integer division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913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=</a:t>
            </a:r>
          </a:p>
          <a:p>
            <a:r>
              <a:rPr lang="en-US" dirty="0" smtClean="0"/>
              <a:t>+=</a:t>
            </a:r>
          </a:p>
          <a:p>
            <a:r>
              <a:rPr lang="en-US" dirty="0" smtClean="0"/>
              <a:t>-=</a:t>
            </a:r>
          </a:p>
          <a:p>
            <a:r>
              <a:rPr lang="en-US" dirty="0" smtClean="0"/>
              <a:t>*=</a:t>
            </a:r>
          </a:p>
          <a:p>
            <a:r>
              <a:rPr lang="en-US" dirty="0" smtClean="0"/>
              <a:t>/=</a:t>
            </a:r>
          </a:p>
          <a:p>
            <a:r>
              <a:rPr lang="en-US" dirty="0" smtClean="0"/>
              <a:t>%=</a:t>
            </a:r>
          </a:p>
          <a:p>
            <a:r>
              <a:rPr lang="en-US" dirty="0" smtClean="0"/>
              <a:t>**=</a:t>
            </a:r>
          </a:p>
          <a:p>
            <a:r>
              <a:rPr lang="en-US" dirty="0" smtClean="0"/>
              <a:t>//=</a:t>
            </a:r>
          </a:p>
          <a:p>
            <a:pPr marL="0" indent="0">
              <a:buNone/>
            </a:pPr>
            <a:r>
              <a:rPr lang="en-US" dirty="0" smtClean="0"/>
              <a:t>Python </a:t>
            </a:r>
            <a:r>
              <a:rPr lang="en-US" dirty="0" err="1" smtClean="0"/>
              <a:t>doesnot</a:t>
            </a:r>
            <a:r>
              <a:rPr lang="en-US" dirty="0" smtClean="0"/>
              <a:t> have any operators like ++ and  - - like </a:t>
            </a:r>
            <a:r>
              <a:rPr lang="en-US" dirty="0" err="1" smtClean="0"/>
              <a:t>c,c</a:t>
            </a:r>
            <a:r>
              <a:rPr lang="en-US" dirty="0" smtClean="0"/>
              <a:t>++ and java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648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Relational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&gt; , &lt; , &gt;= , &lt;= , == , !=</a:t>
            </a:r>
          </a:p>
          <a:p>
            <a:endParaRPr lang="en-US" dirty="0"/>
          </a:p>
          <a:p>
            <a:r>
              <a:rPr lang="en-US" sz="4400" dirty="0">
                <a:latin typeface="+mj-lt"/>
                <a:ea typeface="+mj-ea"/>
                <a:cs typeface="+mj-cs"/>
              </a:rPr>
              <a:t>Logical </a:t>
            </a:r>
            <a:r>
              <a:rPr lang="en-US" sz="4400" dirty="0" smtClean="0">
                <a:latin typeface="+mj-lt"/>
                <a:ea typeface="+mj-ea"/>
                <a:cs typeface="+mj-cs"/>
              </a:rPr>
              <a:t>Operators</a:t>
            </a:r>
          </a:p>
          <a:p>
            <a:r>
              <a:rPr lang="en-US" sz="4400" dirty="0" smtClean="0">
                <a:latin typeface="+mj-lt"/>
                <a:ea typeface="+mj-ea"/>
                <a:cs typeface="+mj-cs"/>
              </a:rPr>
              <a:t>Used to construct compound conditions</a:t>
            </a:r>
          </a:p>
          <a:p>
            <a:pPr marL="0" indent="0">
              <a:buNone/>
            </a:pPr>
            <a:r>
              <a:rPr lang="en-US" sz="4400" dirty="0">
                <a:latin typeface="+mj-lt"/>
                <a:ea typeface="+mj-ea"/>
                <a:cs typeface="+mj-cs"/>
              </a:rPr>
              <a:t> </a:t>
            </a:r>
            <a:r>
              <a:rPr lang="en-US" sz="4400" dirty="0" smtClean="0">
                <a:latin typeface="+mj-lt"/>
                <a:ea typeface="+mj-ea"/>
                <a:cs typeface="+mj-cs"/>
              </a:rPr>
              <a:t>     and, or and not</a:t>
            </a:r>
          </a:p>
          <a:p>
            <a:pPr marL="0" indent="0">
              <a:buNone/>
            </a:pPr>
            <a:r>
              <a:rPr lang="en-US" sz="4400" dirty="0">
                <a:latin typeface="+mj-lt"/>
                <a:ea typeface="+mj-ea"/>
                <a:cs typeface="+mj-cs"/>
              </a:rPr>
              <a:t> </a:t>
            </a:r>
            <a:r>
              <a:rPr lang="en-US" sz="4400" dirty="0" smtClean="0">
                <a:latin typeface="+mj-lt"/>
                <a:ea typeface="+mj-ea"/>
                <a:cs typeface="+mj-cs"/>
              </a:rPr>
              <a:t>    here if we print(x and y)</a:t>
            </a:r>
          </a:p>
          <a:p>
            <a:pPr marL="0" indent="0">
              <a:buNone/>
            </a:pPr>
            <a:r>
              <a:rPr lang="en-US" sz="4400" dirty="0">
                <a:latin typeface="+mj-lt"/>
                <a:ea typeface="+mj-ea"/>
                <a:cs typeface="+mj-cs"/>
              </a:rPr>
              <a:t> </a:t>
            </a:r>
            <a:r>
              <a:rPr lang="en-US" sz="4400" dirty="0" smtClean="0">
                <a:latin typeface="+mj-lt"/>
                <a:ea typeface="+mj-ea"/>
                <a:cs typeface="+mj-cs"/>
              </a:rPr>
              <a:t>       it checks for non zero</a:t>
            </a:r>
            <a:endParaRPr lang="en-US" sz="4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1667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Boolean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And , or ,not</a:t>
            </a:r>
          </a:p>
          <a:p>
            <a:r>
              <a:rPr lang="en-US" dirty="0" smtClean="0"/>
              <a:t>It acts upon ‘</a:t>
            </a:r>
            <a:r>
              <a:rPr lang="en-US" dirty="0" err="1" smtClean="0"/>
              <a:t>bool</a:t>
            </a:r>
            <a:r>
              <a:rPr lang="en-US" dirty="0" smtClean="0"/>
              <a:t>’ type literals and provide ‘</a:t>
            </a:r>
            <a:r>
              <a:rPr lang="en-US" dirty="0" err="1" smtClean="0"/>
              <a:t>bool</a:t>
            </a:r>
            <a:r>
              <a:rPr lang="en-US" dirty="0" smtClean="0"/>
              <a:t>’ type output.</a:t>
            </a:r>
          </a:p>
          <a:p>
            <a:r>
              <a:rPr lang="en-US" dirty="0" smtClean="0"/>
              <a:t>A= true</a:t>
            </a:r>
          </a:p>
          <a:p>
            <a:r>
              <a:rPr lang="en-US" dirty="0" smtClean="0"/>
              <a:t>B=false</a:t>
            </a:r>
          </a:p>
          <a:p>
            <a:r>
              <a:rPr lang="en-US" dirty="0" smtClean="0"/>
              <a:t>A and b</a:t>
            </a:r>
          </a:p>
          <a:p>
            <a:r>
              <a:rPr lang="en-US" dirty="0" smtClean="0"/>
              <a:t>A or b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54597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Bitwise </a:t>
            </a:r>
            <a:r>
              <a:rPr lang="en-US" dirty="0" err="1" smtClean="0"/>
              <a:t>operatos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&amp;,|,^ , &lt;&lt; , &gt;&gt; , ~</a:t>
            </a:r>
          </a:p>
          <a:p>
            <a:endParaRPr lang="en-US" dirty="0"/>
          </a:p>
          <a:p>
            <a:r>
              <a:rPr lang="en-US" dirty="0" smtClean="0"/>
              <a:t>Membership operators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in and not 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217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choice = 2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match choice:</a:t>
            </a:r>
          </a:p>
          <a:p>
            <a:pPr marL="0" indent="0">
              <a:buNone/>
            </a:pPr>
            <a:r>
              <a:rPr lang="en-US" dirty="0"/>
              <a:t>    case 1:</a:t>
            </a:r>
          </a:p>
          <a:p>
            <a:pPr marL="0" indent="0">
              <a:buNone/>
            </a:pPr>
            <a:r>
              <a:rPr lang="en-US" dirty="0"/>
              <a:t>        print("Option One")</a:t>
            </a:r>
          </a:p>
          <a:p>
            <a:pPr marL="0" indent="0">
              <a:buNone/>
            </a:pPr>
            <a:r>
              <a:rPr lang="en-US" dirty="0"/>
              <a:t>    case 2:</a:t>
            </a:r>
          </a:p>
          <a:p>
            <a:pPr marL="0" indent="0">
              <a:buNone/>
            </a:pPr>
            <a:r>
              <a:rPr lang="en-US" dirty="0"/>
              <a:t>        print("Option Two")</a:t>
            </a:r>
          </a:p>
          <a:p>
            <a:pPr marL="0" indent="0">
              <a:buNone/>
            </a:pPr>
            <a:r>
              <a:rPr lang="en-US" dirty="0"/>
              <a:t>    case 3:</a:t>
            </a:r>
          </a:p>
          <a:p>
            <a:pPr marL="0" indent="0">
              <a:buNone/>
            </a:pPr>
            <a:r>
              <a:rPr lang="en-US" dirty="0"/>
              <a:t>        print("Option Three")</a:t>
            </a:r>
          </a:p>
          <a:p>
            <a:pPr marL="0" indent="0">
              <a:buNone/>
            </a:pPr>
            <a:r>
              <a:rPr lang="en-US" dirty="0"/>
              <a:t>    case _:</a:t>
            </a:r>
          </a:p>
          <a:p>
            <a:pPr marL="0" indent="0">
              <a:buNone/>
            </a:pPr>
            <a:r>
              <a:rPr lang="en-US" dirty="0"/>
              <a:t>        print("Invalid choice")</a:t>
            </a:r>
          </a:p>
        </p:txBody>
      </p:sp>
    </p:spTree>
    <p:extLst>
      <p:ext uri="{BB962C8B-B14F-4D97-AF65-F5344CB8AC3E}">
        <p14:creationId xmlns:p14="http://schemas.microsoft.com/office/powerpoint/2010/main" val="2647454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TUPLES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Ordered sequence of elements of different types such as integers, float, strings, list</a:t>
            </a:r>
          </a:p>
          <a:p>
            <a:r>
              <a:rPr lang="en-US" dirty="0" smtClean="0"/>
              <a:t>Tuples are enclosed in parenthesis ( () )</a:t>
            </a:r>
          </a:p>
          <a:p>
            <a:r>
              <a:rPr lang="en-US" dirty="0" smtClean="0"/>
              <a:t>Elements are separated by comma</a:t>
            </a:r>
          </a:p>
          <a:p>
            <a:r>
              <a:rPr lang="en-US" dirty="0" smtClean="0"/>
              <a:t>Elements are accessed using index value starting from 0</a:t>
            </a:r>
          </a:p>
          <a:p>
            <a:r>
              <a:rPr lang="en-US" dirty="0" smtClean="0"/>
              <a:t>a </a:t>
            </a:r>
            <a:r>
              <a:rPr lang="en-US" dirty="0"/>
              <a:t>sequence without parentheses is treated as #tuple by </a:t>
            </a:r>
            <a:r>
              <a:rPr lang="en-US" dirty="0" smtClean="0"/>
              <a:t>default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tuple3 = (</a:t>
            </a:r>
            <a:r>
              <a:rPr lang="en-US" dirty="0" smtClean="0"/>
              <a:t>10,20,30,40,50)</a:t>
            </a:r>
          </a:p>
          <a:p>
            <a:pPr marL="0" indent="0">
              <a:buNone/>
            </a:pPr>
            <a:r>
              <a:rPr lang="en-US" dirty="0" smtClean="0"/>
              <a:t>Print(tuple3)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 </a:t>
            </a:r>
            <a:r>
              <a:rPr lang="en-US" dirty="0"/>
              <a:t>(10, 20, 30, </a:t>
            </a:r>
            <a:r>
              <a:rPr lang="en-US" dirty="0" smtClean="0"/>
              <a:t>40</a:t>
            </a:r>
            <a:r>
              <a:rPr lang="en-US" dirty="0"/>
              <a:t>, </a:t>
            </a:r>
            <a:r>
              <a:rPr lang="en-US" dirty="0" smtClean="0"/>
              <a:t>50)</a:t>
            </a:r>
          </a:p>
          <a:p>
            <a:pPr marL="0" indent="0">
              <a:buNone/>
            </a:pPr>
            <a:r>
              <a:rPr lang="en-US" dirty="0" smtClean="0"/>
              <a:t>Tuples are immutable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559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to process the tuples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Len() – returns the number of elements in the tuple</a:t>
            </a:r>
          </a:p>
          <a:p>
            <a:r>
              <a:rPr lang="en-US" dirty="0" smtClean="0"/>
              <a:t>Min()- returns the smallest element in the tuple</a:t>
            </a:r>
          </a:p>
          <a:p>
            <a:r>
              <a:rPr lang="en-US" dirty="0" smtClean="0"/>
              <a:t>Max()- returns the biggest element in the tuple</a:t>
            </a:r>
          </a:p>
          <a:p>
            <a:r>
              <a:rPr lang="en-US" dirty="0" smtClean="0"/>
              <a:t>Count() – </a:t>
            </a:r>
            <a:r>
              <a:rPr lang="en-US" dirty="0" err="1" smtClean="0"/>
              <a:t>t.count</a:t>
            </a:r>
            <a:r>
              <a:rPr lang="en-US" dirty="0" smtClean="0"/>
              <a:t>(x) returns how many times the element ‘x’ is found in t</a:t>
            </a:r>
          </a:p>
          <a:p>
            <a:r>
              <a:rPr lang="en-US" dirty="0" smtClean="0"/>
              <a:t>Index() – </a:t>
            </a:r>
            <a:r>
              <a:rPr lang="en-US" dirty="0" err="1" smtClean="0"/>
              <a:t>t.index</a:t>
            </a:r>
            <a:r>
              <a:rPr lang="en-US" dirty="0" smtClean="0"/>
              <a:t>(x) returns the first occurrence of the element ‘x’ in t.</a:t>
            </a:r>
          </a:p>
          <a:p>
            <a:r>
              <a:rPr lang="en-US" dirty="0" smtClean="0"/>
              <a:t>Sorted() – sorted(t) sorts the elements of the tuples into ascending order  sorted(</a:t>
            </a:r>
            <a:r>
              <a:rPr lang="en-US" dirty="0" err="1" smtClean="0"/>
              <a:t>t,reverse</a:t>
            </a:r>
            <a:r>
              <a:rPr lang="en-US" dirty="0" smtClean="0"/>
              <a:t>=true) will sort in the reverse order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924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176963"/>
          </a:xfrm>
        </p:spPr>
        <p:txBody>
          <a:bodyPr/>
          <a:lstStyle/>
          <a:p>
            <a:r>
              <a:rPr lang="en-US" dirty="0" smtClean="0"/>
              <a:t>Tuple operations</a:t>
            </a:r>
          </a:p>
          <a:p>
            <a:pPr marL="0" indent="0">
              <a:buNone/>
            </a:pPr>
            <a:r>
              <a:rPr lang="en-US" dirty="0" smtClean="0"/>
              <a:t>Accessing the tuple elements -  using the index position.</a:t>
            </a:r>
          </a:p>
          <a:p>
            <a:pPr marL="0" indent="0">
              <a:buNone/>
            </a:pPr>
            <a:r>
              <a:rPr lang="en-US" dirty="0" smtClean="0"/>
              <a:t>Positive and negative indexing both can be used.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</a:t>
            </a:r>
            <a:r>
              <a:rPr lang="en-US" dirty="0" err="1" smtClean="0"/>
              <a:t>tup</a:t>
            </a:r>
            <a:r>
              <a:rPr lang="en-US" dirty="0" smtClean="0"/>
              <a:t>[1] and </a:t>
            </a:r>
            <a:r>
              <a:rPr lang="en-US" dirty="0" err="1" smtClean="0"/>
              <a:t>tup</a:t>
            </a:r>
            <a:r>
              <a:rPr lang="en-US" dirty="0" smtClean="0"/>
              <a:t>[-1] both are valid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err="1" smtClean="0"/>
              <a:t>tup</a:t>
            </a:r>
            <a:r>
              <a:rPr lang="en-US" dirty="0" smtClean="0"/>
              <a:t>[1:4]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err="1" smtClean="0"/>
              <a:t>tup</a:t>
            </a:r>
            <a:r>
              <a:rPr lang="en-US" dirty="0" smtClean="0"/>
              <a:t>[1:4:2]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err="1" smtClean="0"/>
              <a:t>tup</a:t>
            </a:r>
            <a:r>
              <a:rPr lang="en-US" dirty="0" smtClean="0"/>
              <a:t>[::-1] – elements are extracted in reverse order</a:t>
            </a:r>
          </a:p>
          <a:p>
            <a:pPr marL="0" indent="0">
              <a:buNone/>
            </a:pPr>
            <a:r>
              <a:rPr lang="en-US" dirty="0" smtClean="0"/>
              <a:t>Can enter the values in variables also</a:t>
            </a:r>
          </a:p>
          <a:p>
            <a:pPr marL="0" indent="0">
              <a:buNone/>
            </a:pPr>
            <a:r>
              <a:rPr lang="en-US" dirty="0" smtClean="0"/>
              <a:t>Student=(10,’ritisha’,50,60,70,80)</a:t>
            </a:r>
          </a:p>
          <a:p>
            <a:pPr marL="0" indent="0">
              <a:buNone/>
            </a:pPr>
            <a:r>
              <a:rPr lang="en-US" dirty="0" err="1" smtClean="0"/>
              <a:t>Rno,name</a:t>
            </a:r>
            <a:r>
              <a:rPr lang="en-US" dirty="0" smtClean="0"/>
              <a:t>=student[0:2]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141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4699"/>
            <a:ext cx="10276268" cy="5932264"/>
          </a:xfrm>
        </p:spPr>
        <p:txBody>
          <a:bodyPr/>
          <a:lstStyle/>
          <a:p>
            <a:r>
              <a:rPr lang="en-US" dirty="0" smtClean="0"/>
              <a:t>Concatenation-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It concatenates two tuples </a:t>
            </a:r>
          </a:p>
          <a:p>
            <a:pPr marL="0" indent="0">
              <a:buNone/>
            </a:pPr>
            <a:r>
              <a:rPr lang="en-US" dirty="0"/>
              <a:t>tuple1 = (1,3,5,7,9)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tuple2 = (2,4,6,8,10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 t= uple1 </a:t>
            </a:r>
            <a:r>
              <a:rPr lang="en-US" dirty="0"/>
              <a:t>+ tuple2 #concatenates two tuples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Print t</a:t>
            </a:r>
          </a:p>
          <a:p>
            <a:pPr marL="0" indent="0">
              <a:buNone/>
            </a:pPr>
            <a:r>
              <a:rPr lang="en-US" dirty="0" smtClean="0"/>
              <a:t>(</a:t>
            </a:r>
            <a:r>
              <a:rPr lang="en-US" dirty="0"/>
              <a:t>1, 3, 5, 7, 9, 2, 4, 6, 8, 10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 smtClean="0"/>
              <a:t>Repitition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tuple1 = ('</a:t>
            </a:r>
            <a:r>
              <a:rPr lang="en-US" dirty="0" err="1"/>
              <a:t>Hello','World</a:t>
            </a:r>
            <a:r>
              <a:rPr lang="en-US" dirty="0"/>
              <a:t>')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tuple1 </a:t>
            </a:r>
            <a:r>
              <a:rPr lang="en-US" dirty="0"/>
              <a:t>* 3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(</a:t>
            </a:r>
            <a:r>
              <a:rPr lang="en-US" dirty="0"/>
              <a:t>'Hello', 'World', 'Hello', 'World', 'Hello', 'World')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689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1972"/>
            <a:ext cx="10083085" cy="5854991"/>
          </a:xfrm>
        </p:spPr>
        <p:txBody>
          <a:bodyPr/>
          <a:lstStyle/>
          <a:p>
            <a:r>
              <a:rPr lang="en-US" dirty="0" smtClean="0"/>
              <a:t>Membership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name=‘</a:t>
            </a:r>
            <a:r>
              <a:rPr lang="en-US" dirty="0" err="1" smtClean="0"/>
              <a:t>ritisha</a:t>
            </a:r>
            <a:r>
              <a:rPr lang="en-US" dirty="0" smtClean="0"/>
              <a:t>’</a:t>
            </a:r>
          </a:p>
          <a:p>
            <a:pPr marL="0" indent="0">
              <a:buNone/>
            </a:pPr>
            <a:r>
              <a:rPr lang="en-US" dirty="0" smtClean="0"/>
              <a:t>Name in tup1  - it returns true if </a:t>
            </a:r>
            <a:r>
              <a:rPr lang="en-US" dirty="0" err="1" smtClean="0"/>
              <a:t>ritisha</a:t>
            </a:r>
            <a:r>
              <a:rPr lang="en-US" dirty="0" smtClean="0"/>
              <a:t> is there in the tuple as a member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241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216"/>
          </a:xfrm>
        </p:spPr>
        <p:txBody>
          <a:bodyPr/>
          <a:lstStyle/>
          <a:p>
            <a:r>
              <a:rPr lang="en-US" dirty="0" smtClean="0"/>
              <a:t>SETS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3342"/>
            <a:ext cx="10515600" cy="5043621"/>
          </a:xfrm>
        </p:spPr>
        <p:txBody>
          <a:bodyPr/>
          <a:lstStyle/>
          <a:p>
            <a:r>
              <a:rPr lang="en-US" dirty="0" smtClean="0"/>
              <a:t>A set in python is a unique collection of elements</a:t>
            </a:r>
          </a:p>
          <a:p>
            <a:r>
              <a:rPr lang="en-US" dirty="0" smtClean="0"/>
              <a:t>It is unordered , mutable and does not allow duplicates.</a:t>
            </a:r>
          </a:p>
          <a:p>
            <a:r>
              <a:rPr lang="en-US" dirty="0" smtClean="0"/>
              <a:t>Created using {} braces.</a:t>
            </a:r>
          </a:p>
          <a:p>
            <a:r>
              <a:rPr lang="en-US" dirty="0" smtClean="0"/>
              <a:t>We cannot access elements using index in sets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S={1,2,3,4}</a:t>
            </a:r>
          </a:p>
          <a:p>
            <a:pPr marL="0" indent="0">
              <a:buNone/>
            </a:pPr>
            <a:r>
              <a:rPr lang="en-US" dirty="0" smtClean="0"/>
              <a:t>Print(s)</a:t>
            </a:r>
          </a:p>
          <a:p>
            <a:pPr marL="0" indent="0">
              <a:buNone/>
            </a:pPr>
            <a:r>
              <a:rPr lang="en-US" dirty="0" smtClean="0"/>
              <a:t>Print(s[0])  - This is not possible with sets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77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15155"/>
            <a:ext cx="10515600" cy="5661808"/>
          </a:xfrm>
        </p:spPr>
        <p:txBody>
          <a:bodyPr/>
          <a:lstStyle/>
          <a:p>
            <a:r>
              <a:rPr lang="en-US" dirty="0" smtClean="0"/>
              <a:t>Sets can be created using the set() method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Fruits = set([“</a:t>
            </a:r>
            <a:r>
              <a:rPr lang="en-US" dirty="0" err="1" smtClean="0"/>
              <a:t>apple”,”banana”,”apple</a:t>
            </a:r>
            <a:r>
              <a:rPr lang="en-US" dirty="0" smtClean="0"/>
              <a:t>”])</a:t>
            </a:r>
          </a:p>
          <a:p>
            <a:pPr marL="0" indent="0">
              <a:buNone/>
            </a:pPr>
            <a:r>
              <a:rPr lang="en-US" dirty="0" smtClean="0"/>
              <a:t>Print(fruits)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Here the output will be </a:t>
            </a:r>
          </a:p>
          <a:p>
            <a:pPr marL="0" indent="0">
              <a:buNone/>
            </a:pPr>
            <a:r>
              <a:rPr lang="en-US" dirty="0" smtClean="0"/>
              <a:t>{“</a:t>
            </a:r>
            <a:r>
              <a:rPr lang="en-US" dirty="0" err="1" smtClean="0"/>
              <a:t>apple”,”banana</a:t>
            </a:r>
            <a:r>
              <a:rPr lang="en-US" dirty="0" smtClean="0"/>
              <a:t>”}</a:t>
            </a:r>
          </a:p>
          <a:p>
            <a:pPr marL="0" indent="0">
              <a:buNone/>
            </a:pPr>
            <a:r>
              <a:rPr lang="en-US" dirty="0" smtClean="0"/>
              <a:t>As duplicates are removed by set while creating it.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422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86366"/>
            <a:ext cx="10515600" cy="5790597"/>
          </a:xfrm>
        </p:spPr>
        <p:txBody>
          <a:bodyPr/>
          <a:lstStyle/>
          <a:p>
            <a:r>
              <a:rPr lang="en-US" dirty="0" smtClean="0"/>
              <a:t>Methods with sets</a:t>
            </a:r>
          </a:p>
          <a:p>
            <a:pPr marL="0" indent="0">
              <a:buNone/>
            </a:pPr>
            <a:r>
              <a:rPr lang="en-US" dirty="0" err="1" smtClean="0"/>
              <a:t>Fruits.add</a:t>
            </a:r>
            <a:r>
              <a:rPr lang="en-US" dirty="0" smtClean="0"/>
              <a:t>(“pineapple”)</a:t>
            </a:r>
          </a:p>
          <a:p>
            <a:pPr marL="0" indent="0">
              <a:buNone/>
            </a:pPr>
            <a:r>
              <a:rPr lang="en-US" dirty="0" smtClean="0"/>
              <a:t>Add multiple values using update function</a:t>
            </a:r>
          </a:p>
          <a:p>
            <a:pPr marL="0" indent="0">
              <a:buNone/>
            </a:pPr>
            <a:r>
              <a:rPr lang="en-US" dirty="0" err="1" smtClean="0"/>
              <a:t>Fruits.update</a:t>
            </a:r>
            <a:r>
              <a:rPr lang="en-US" dirty="0" smtClean="0"/>
              <a:t>([“</a:t>
            </a:r>
            <a:r>
              <a:rPr lang="en-US" dirty="0" err="1" smtClean="0"/>
              <a:t>papaya”,”guava</a:t>
            </a:r>
            <a:r>
              <a:rPr lang="en-US" dirty="0" smtClean="0"/>
              <a:t>”])</a:t>
            </a:r>
          </a:p>
          <a:p>
            <a:pPr marL="0" indent="0">
              <a:buNone/>
            </a:pPr>
            <a:r>
              <a:rPr lang="en-US" dirty="0" smtClean="0"/>
              <a:t>Deleting the elements from the sets</a:t>
            </a:r>
          </a:p>
          <a:p>
            <a:pPr marL="0" indent="0">
              <a:buNone/>
            </a:pPr>
            <a:r>
              <a:rPr lang="en-US" dirty="0" err="1" smtClean="0"/>
              <a:t>Fruits.remove</a:t>
            </a:r>
            <a:r>
              <a:rPr lang="en-US" dirty="0" smtClean="0"/>
              <a:t>(“apple”)- Error if not present</a:t>
            </a:r>
          </a:p>
          <a:p>
            <a:pPr marL="0" indent="0">
              <a:buNone/>
            </a:pPr>
            <a:r>
              <a:rPr lang="en-US" dirty="0" err="1" smtClean="0"/>
              <a:t>Furits.discard</a:t>
            </a:r>
            <a:r>
              <a:rPr lang="en-US" dirty="0" smtClean="0"/>
              <a:t>(“apple”) – no error if not present</a:t>
            </a:r>
          </a:p>
          <a:p>
            <a:pPr marL="0" indent="0">
              <a:buNone/>
            </a:pPr>
            <a:r>
              <a:rPr lang="en-US" dirty="0" err="1" smtClean="0"/>
              <a:t>Fruits.pop</a:t>
            </a:r>
            <a:r>
              <a:rPr lang="en-US" dirty="0" smtClean="0"/>
              <a:t>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4004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Union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A={1,2,3}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B={4,5,6}</a:t>
            </a:r>
          </a:p>
          <a:p>
            <a:pPr marL="0" indent="0">
              <a:buNone/>
            </a:pPr>
            <a:r>
              <a:rPr lang="en-US" dirty="0" smtClean="0"/>
              <a:t>Print(A | B)</a:t>
            </a:r>
          </a:p>
          <a:p>
            <a:pPr marL="0" indent="0">
              <a:buNone/>
            </a:pPr>
            <a:r>
              <a:rPr lang="en-US" dirty="0" smtClean="0"/>
              <a:t>Difference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print(A-B)</a:t>
            </a:r>
          </a:p>
          <a:p>
            <a:pPr marL="0" indent="0">
              <a:buNone/>
            </a:pPr>
            <a:r>
              <a:rPr lang="en-US" dirty="0" smtClean="0"/>
              <a:t>Intersection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print(A &amp; B)</a:t>
            </a:r>
          </a:p>
          <a:p>
            <a:pPr marL="0" indent="0">
              <a:buNone/>
            </a:pPr>
            <a:r>
              <a:rPr lang="en-US" dirty="0" smtClean="0"/>
              <a:t>Symmetric difference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print(A^B)</a:t>
            </a:r>
          </a:p>
          <a:p>
            <a:pPr marL="0" indent="0">
              <a:buNone/>
            </a:pPr>
            <a:r>
              <a:rPr lang="en-US" dirty="0" smtClean="0"/>
              <a:t>Membership operators in and not in also works with sets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5227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Converting list to set</a:t>
            </a:r>
          </a:p>
          <a:p>
            <a:pPr marL="0" indent="0">
              <a:buNone/>
            </a:pPr>
            <a:r>
              <a:rPr lang="en-US" dirty="0" smtClean="0"/>
              <a:t>Marks=[10,20,30,40]</a:t>
            </a:r>
          </a:p>
          <a:p>
            <a:pPr marL="0" indent="0">
              <a:buNone/>
            </a:pPr>
            <a:r>
              <a:rPr lang="en-US" dirty="0" err="1" smtClean="0"/>
              <a:t>Unique_marks</a:t>
            </a:r>
            <a:r>
              <a:rPr lang="en-US" dirty="0" smtClean="0"/>
              <a:t>=set(Marks)</a:t>
            </a:r>
          </a:p>
          <a:p>
            <a:pPr marL="0" indent="0">
              <a:buNone/>
            </a:pPr>
            <a:r>
              <a:rPr lang="en-US" dirty="0" smtClean="0"/>
              <a:t>Print(unique marks)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250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940</Words>
  <Application>Microsoft Office PowerPoint</Application>
  <PresentationFormat>Widescreen</PresentationFormat>
  <Paragraphs>171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Print statement</vt:lpstr>
      <vt:lpstr>PowerPoint Presentation</vt:lpstr>
      <vt:lpstr>PowerPoint Presentation</vt:lpstr>
      <vt:lpstr>Print and variable list</vt:lpstr>
      <vt:lpstr>Operators in Python</vt:lpstr>
      <vt:lpstr>Types of operators</vt:lpstr>
      <vt:lpstr>Arithmetic</vt:lpstr>
      <vt:lpstr>Assignment operators</vt:lpstr>
      <vt:lpstr>Relational Operators</vt:lpstr>
      <vt:lpstr>Boolean Operators</vt:lpstr>
      <vt:lpstr>Bitwise operatos</vt:lpstr>
      <vt:lpstr>PowerPoint Presentation</vt:lpstr>
      <vt:lpstr>TUPLES</vt:lpstr>
      <vt:lpstr>Functions to process the tuples</vt:lpstr>
      <vt:lpstr>PowerPoint Presentation</vt:lpstr>
      <vt:lpstr>PowerPoint Presentation</vt:lpstr>
      <vt:lpstr>PowerPoint Presentation</vt:lpstr>
      <vt:lpstr>SETS IN PYTHON</vt:lpstr>
      <vt:lpstr>PowerPoint Presentation</vt:lpstr>
      <vt:lpstr>PowerPoint Presentation</vt:lpstr>
      <vt:lpstr>Set operations</vt:lpstr>
      <vt:lpstr>PowerPoint Presentation</vt:lpstr>
    </vt:vector>
  </TitlesOfParts>
  <Company>ljmca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Print statement</dc:title>
  <dc:creator>admin</dc:creator>
  <cp:lastModifiedBy>admin</cp:lastModifiedBy>
  <cp:revision>23</cp:revision>
  <dcterms:created xsi:type="dcterms:W3CDTF">2026-01-08T05:21:07Z</dcterms:created>
  <dcterms:modified xsi:type="dcterms:W3CDTF">2026-01-22T06:33:39Z</dcterms:modified>
</cp:coreProperties>
</file>