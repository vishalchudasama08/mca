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Files in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– 17</a:t>
            </a:r>
          </a:p>
        </p:txBody>
      </p:sp>
    </p:spTree>
    <p:extLst>
      <p:ext uri="{BB962C8B-B14F-4D97-AF65-F5344CB8AC3E}">
        <p14:creationId xmlns:p14="http://schemas.microsoft.com/office/powerpoint/2010/main" val="2692371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storing data in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are stored permanently</a:t>
            </a:r>
          </a:p>
          <a:p>
            <a:r>
              <a:rPr lang="en-US" dirty="0"/>
              <a:t>Possible to update file data</a:t>
            </a:r>
          </a:p>
          <a:p>
            <a:r>
              <a:rPr lang="en-US" dirty="0"/>
              <a:t>Same data can be shared by various programs</a:t>
            </a:r>
          </a:p>
          <a:p>
            <a:r>
              <a:rPr lang="en-US" dirty="0"/>
              <a:t>Useful to store huge amount of data</a:t>
            </a:r>
          </a:p>
          <a:p>
            <a:pPr marL="0" indent="0" algn="ctr">
              <a:buNone/>
            </a:pPr>
            <a:r>
              <a:rPr lang="en-US" dirty="0"/>
              <a:t>Types of file in Python are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Text Files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Binary Files</a:t>
            </a:r>
          </a:p>
        </p:txBody>
      </p:sp>
    </p:spTree>
    <p:extLst>
      <p:ext uri="{BB962C8B-B14F-4D97-AF65-F5344CB8AC3E}">
        <p14:creationId xmlns:p14="http://schemas.microsoft.com/office/powerpoint/2010/main" val="3120187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Use open() function to open a file</a:t>
            </a:r>
          </a:p>
          <a:p>
            <a:r>
              <a:rPr lang="en-US" sz="2000" dirty="0"/>
              <a:t>Function accepts filename and mode in which file should be open</a:t>
            </a:r>
          </a:p>
          <a:p>
            <a:r>
              <a:rPr lang="en-US" sz="2000" dirty="0"/>
              <a:t>Syntax:  </a:t>
            </a:r>
          </a:p>
          <a:p>
            <a:pPr marL="0" indent="0" algn="ctr">
              <a:buNone/>
            </a:pPr>
            <a:r>
              <a:rPr lang="en-US" sz="2000" dirty="0"/>
              <a:t>file handler = open(“filename”, “</a:t>
            </a:r>
            <a:r>
              <a:rPr lang="en-US" sz="2000" dirty="0" err="1"/>
              <a:t>open_mode</a:t>
            </a:r>
            <a:r>
              <a:rPr lang="en-US" sz="2000" dirty="0"/>
              <a:t>”, “buffering”)</a:t>
            </a:r>
          </a:p>
          <a:p>
            <a:r>
              <a:rPr lang="en-US" sz="2000" dirty="0"/>
              <a:t>Open mode represents the purpose of opening the file</a:t>
            </a:r>
          </a:p>
          <a:p>
            <a:r>
              <a:rPr lang="en-US" sz="2000" dirty="0"/>
              <a:t>Buffering is an optional integer, represents a temporary block of memory, used to set the size of the buffer for the file </a:t>
            </a:r>
          </a:p>
          <a:p>
            <a:r>
              <a:rPr lang="en-US" sz="2000" dirty="0"/>
              <a:t>In the binary mode can pass 0, in text mode can pass 1 to indicate retrieve data from file one line at a time</a:t>
            </a:r>
          </a:p>
          <a:p>
            <a:r>
              <a:rPr lang="en-US" sz="2000" dirty="0"/>
              <a:t>Default buffering size used is 4096 or 8192 bytes</a:t>
            </a:r>
          </a:p>
          <a:p>
            <a:r>
              <a:rPr lang="en-US" sz="2000" dirty="0"/>
              <a:t>Open() function returns a pointer to the beginning of the file. It is called file handler or file object</a:t>
            </a:r>
          </a:p>
          <a:p>
            <a:r>
              <a:rPr lang="en-US" sz="2000" dirty="0"/>
              <a:t>eg.     f = open(“myFile.txt”, ”w”) will open </a:t>
            </a:r>
            <a:r>
              <a:rPr lang="en-US" sz="2000" dirty="0" err="1"/>
              <a:t>myFile</a:t>
            </a:r>
            <a:r>
              <a:rPr lang="en-US" sz="2000" dirty="0"/>
              <a:t> in write mode</a:t>
            </a:r>
          </a:p>
        </p:txBody>
      </p:sp>
    </p:spTree>
    <p:extLst>
      <p:ext uri="{BB962C8B-B14F-4D97-AF65-F5344CB8AC3E}">
        <p14:creationId xmlns:p14="http://schemas.microsoft.com/office/powerpoint/2010/main" val="1932564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File opening modes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76863"/>
              </p:ext>
            </p:extLst>
          </p:nvPr>
        </p:nvGraphicFramePr>
        <p:xfrm>
          <a:off x="609600" y="990600"/>
          <a:ext cx="8229600" cy="5410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551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 write into file if file already exists else creates a file.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551"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 from the beginning of the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551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file exits the appends data at the end of the content and if file does not exists, create a new</a:t>
                      </a:r>
                      <a:r>
                        <a:rPr lang="en-US" baseline="0" dirty="0"/>
                        <a:t> file for writing data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551">
                <a:tc>
                  <a:txBody>
                    <a:bodyPr/>
                    <a:lstStyle/>
                    <a:p>
                      <a:r>
                        <a:rPr lang="en-US" dirty="0"/>
                        <a:t>w+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write and read data from file, previous data in the file will be deleted.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6551">
                <a:tc>
                  <a:txBody>
                    <a:bodyPr/>
                    <a:lstStyle/>
                    <a:p>
                      <a:r>
                        <a:rPr lang="en-US" dirty="0"/>
                        <a:t>r+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 and write, but previous data will not be deleted. New data will be at the beginning of the file, existing</a:t>
                      </a:r>
                      <a:r>
                        <a:rPr lang="en-US" baseline="0" dirty="0"/>
                        <a:t> data will be over written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6551">
                <a:tc>
                  <a:txBody>
                    <a:bodyPr/>
                    <a:lstStyle/>
                    <a:p>
                      <a:r>
                        <a:rPr lang="en-US" dirty="0"/>
                        <a:t>a+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Append and read , if file does not exists then creates a new</a:t>
                      </a:r>
                      <a:r>
                        <a:rPr lang="en-US" baseline="0" dirty="0"/>
                        <a:t> file for reading and writing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6551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 the file in exclusive</a:t>
                      </a:r>
                      <a:r>
                        <a:rPr lang="en-US" baseline="0" dirty="0"/>
                        <a:t> creation mode. If file already exists then the file creation fails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80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Read – Write &amp; Close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f.write(str) - used to store a character or string into a file represented by the file object f.</a:t>
            </a:r>
          </a:p>
          <a:p>
            <a:pPr algn="just"/>
            <a:r>
              <a:rPr lang="en-US" dirty="0"/>
              <a:t>str = f. read() - reads all the characters from file and store them into the string ‘str’</a:t>
            </a:r>
          </a:p>
          <a:p>
            <a:pPr algn="just"/>
            <a:r>
              <a:rPr lang="en-US" dirty="0"/>
              <a:t>To read specified number of bytes from the file, write a number of bytes to be read from the file in read method.</a:t>
            </a:r>
          </a:p>
          <a:p>
            <a:pPr algn="just"/>
            <a:r>
              <a:rPr lang="en-US" dirty="0"/>
              <a:t>eg:    str = </a:t>
            </a:r>
            <a:r>
              <a:rPr lang="en-US" dirty="0" err="1"/>
              <a:t>f.read</a:t>
            </a:r>
            <a:r>
              <a:rPr lang="en-US" dirty="0"/>
              <a:t>(4)   reads just 4 bytes or say characters from the file</a:t>
            </a:r>
          </a:p>
          <a:p>
            <a:pPr algn="just"/>
            <a:r>
              <a:rPr lang="en-US" dirty="0"/>
              <a:t>f.readline() – is another method that reads all the lines into a list </a:t>
            </a:r>
          </a:p>
          <a:p>
            <a:pPr algn="just"/>
            <a:r>
              <a:rPr lang="en-US" dirty="0"/>
              <a:t>f.close() is used to close the file</a:t>
            </a:r>
          </a:p>
        </p:txBody>
      </p:sp>
    </p:spTree>
    <p:extLst>
      <p:ext uri="{BB962C8B-B14F-4D97-AF65-F5344CB8AC3E}">
        <p14:creationId xmlns:p14="http://schemas.microsoft.com/office/powerpoint/2010/main" val="127449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f.Seek</a:t>
            </a:r>
            <a:r>
              <a:rPr lang="en-US" dirty="0"/>
              <a:t> (offset, </a:t>
            </a:r>
            <a:r>
              <a:rPr lang="en-US" dirty="0" err="1"/>
              <a:t>fromwhere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Place the file handler to the beginning of the file using seek() method</a:t>
            </a:r>
          </a:p>
          <a:p>
            <a:r>
              <a:rPr lang="en-US" dirty="0"/>
              <a:t>offset represents how many bytes to move</a:t>
            </a:r>
          </a:p>
          <a:p>
            <a:r>
              <a:rPr lang="en-US" dirty="0" err="1"/>
              <a:t>fromwhere</a:t>
            </a:r>
            <a:r>
              <a:rPr lang="en-US" dirty="0"/>
              <a:t> represents from which position to move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0 means from beginning of the file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1 means from current position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2 means from the end of the file</a:t>
            </a:r>
          </a:p>
          <a:p>
            <a:r>
              <a:rPr lang="en-US" dirty="0" err="1"/>
              <a:t>eg</a:t>
            </a:r>
            <a:r>
              <a:rPr lang="en-US" dirty="0"/>
              <a:t>. seek(10,0) will place the handle at the 10</a:t>
            </a:r>
            <a:r>
              <a:rPr lang="en-US" baseline="30000" dirty="0"/>
              <a:t>th</a:t>
            </a:r>
            <a:r>
              <a:rPr lang="en-US" dirty="0"/>
              <a:t> position from the beginning of the file</a:t>
            </a:r>
          </a:p>
          <a:p>
            <a:r>
              <a:rPr lang="en-US" dirty="0"/>
              <a:t>seek(0,0) means 0</a:t>
            </a:r>
            <a:r>
              <a:rPr lang="en-US" baseline="30000" dirty="0"/>
              <a:t>th</a:t>
            </a:r>
            <a:r>
              <a:rPr lang="en-US" dirty="0"/>
              <a:t> byte from the beginning of the file</a:t>
            </a:r>
          </a:p>
          <a:p>
            <a:r>
              <a:rPr lang="en-US" dirty="0"/>
              <a:t>seek(-6,2) will move the file pointer (-6 + 1 = 5) to the 5</a:t>
            </a:r>
            <a:r>
              <a:rPr lang="en-US" baseline="30000" dirty="0"/>
              <a:t>th</a:t>
            </a:r>
            <a:r>
              <a:rPr lang="en-US" dirty="0"/>
              <a:t> position from the end</a:t>
            </a:r>
          </a:p>
        </p:txBody>
      </p:sp>
    </p:spTree>
    <p:extLst>
      <p:ext uri="{BB962C8B-B14F-4D97-AF65-F5344CB8AC3E}">
        <p14:creationId xmlns:p14="http://schemas.microsoft.com/office/powerpoint/2010/main" val="2350151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Exists or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operating system (</a:t>
            </a:r>
            <a:r>
              <a:rPr lang="en-US" dirty="0" err="1"/>
              <a:t>os</a:t>
            </a:r>
            <a:r>
              <a:rPr lang="en-US" dirty="0"/>
              <a:t>) module has a sub module by the name ‘path’ that contains a method </a:t>
            </a:r>
            <a:r>
              <a:rPr lang="en-US" dirty="0" err="1"/>
              <a:t>isfile</a:t>
            </a:r>
            <a:r>
              <a:rPr lang="en-US" dirty="0"/>
              <a:t>()</a:t>
            </a:r>
          </a:p>
          <a:p>
            <a:r>
              <a:rPr lang="en-US" dirty="0" err="1"/>
              <a:t>eg</a:t>
            </a:r>
            <a:r>
              <a:rPr lang="en-US" dirty="0"/>
              <a:t>.  </a:t>
            </a:r>
            <a:r>
              <a:rPr lang="en-US" dirty="0" err="1"/>
              <a:t>Os.path.isfile</a:t>
            </a:r>
            <a:r>
              <a:rPr lang="en-US" dirty="0"/>
              <a:t>(</a:t>
            </a:r>
            <a:r>
              <a:rPr lang="en-US" dirty="0" err="1"/>
              <a:t>file_name</a:t>
            </a:r>
            <a:r>
              <a:rPr lang="en-US" dirty="0"/>
              <a:t>) gives ‘True’ if file exists else ‘False’.</a:t>
            </a:r>
          </a:p>
          <a:p>
            <a:r>
              <a:rPr lang="en-US" dirty="0"/>
              <a:t>To terminate the program </a:t>
            </a:r>
            <a:r>
              <a:rPr lang="en-US" dirty="0" err="1"/>
              <a:t>sys.exit</a:t>
            </a:r>
            <a:r>
              <a:rPr lang="en-US" dirty="0"/>
              <a:t>() is used and for that import ‘sys’ module</a:t>
            </a:r>
          </a:p>
        </p:txBody>
      </p:sp>
    </p:spTree>
    <p:extLst>
      <p:ext uri="{BB962C8B-B14F-4D97-AF65-F5344CB8AC3E}">
        <p14:creationId xmlns:p14="http://schemas.microsoft.com/office/powerpoint/2010/main" val="1129301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to read line by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eg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for line in f:</a:t>
            </a:r>
          </a:p>
          <a:p>
            <a:pPr marL="0" indent="0">
              <a:buNone/>
            </a:pPr>
            <a:r>
              <a:rPr lang="en-US" dirty="0"/>
              <a:t>	print(line)</a:t>
            </a:r>
          </a:p>
          <a:p>
            <a:pPr marL="0" indent="0">
              <a:buNone/>
            </a:pPr>
            <a:r>
              <a:rPr lang="en-US" dirty="0"/>
              <a:t>	words = </a:t>
            </a:r>
            <a:r>
              <a:rPr lang="en-US" dirty="0" err="1"/>
              <a:t>line.split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	print(words)</a:t>
            </a:r>
          </a:p>
          <a:p>
            <a:pPr marL="0" indent="0">
              <a:buNone/>
            </a:pPr>
            <a:r>
              <a:rPr lang="en-US" dirty="0"/>
              <a:t>	print(</a:t>
            </a:r>
            <a:r>
              <a:rPr lang="en-US" dirty="0" err="1"/>
              <a:t>len</a:t>
            </a:r>
            <a:r>
              <a:rPr lang="en-US" dirty="0"/>
              <a:t>(line))</a:t>
            </a:r>
          </a:p>
          <a:p>
            <a:pPr marL="0" indent="0">
              <a:buNone/>
            </a:pPr>
            <a:r>
              <a:rPr lang="en-US" dirty="0"/>
              <a:t>	print(</a:t>
            </a:r>
            <a:r>
              <a:rPr lang="en-US" dirty="0" err="1"/>
              <a:t>len</a:t>
            </a:r>
            <a:r>
              <a:rPr lang="en-US" dirty="0"/>
              <a:t>(words))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899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Binary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Autofit/>
          </a:bodyPr>
          <a:lstStyle/>
          <a:p>
            <a:r>
              <a:rPr lang="en-US" sz="2400" dirty="0"/>
              <a:t>Binary files handles data in the form of byte</a:t>
            </a:r>
          </a:p>
          <a:p>
            <a:r>
              <a:rPr lang="en-US" sz="2400" dirty="0"/>
              <a:t>Used to read or write text, image or audio and video files</a:t>
            </a:r>
          </a:p>
          <a:p>
            <a:r>
              <a:rPr lang="en-US" sz="2400" dirty="0"/>
              <a:t>To open a binary file for reading, use ‘</a:t>
            </a:r>
            <a:r>
              <a:rPr lang="en-US" sz="2400" dirty="0" err="1"/>
              <a:t>rb</a:t>
            </a:r>
            <a:r>
              <a:rPr lang="en-US" sz="2400" dirty="0"/>
              <a:t>’ mode. b for binary and r for read</a:t>
            </a:r>
          </a:p>
          <a:p>
            <a:r>
              <a:rPr lang="en-US" sz="2400" dirty="0"/>
              <a:t>To write bytes in binary file, use ‘</a:t>
            </a:r>
            <a:r>
              <a:rPr lang="en-US" sz="2400" dirty="0" err="1"/>
              <a:t>wb</a:t>
            </a:r>
            <a:r>
              <a:rPr lang="en-US" sz="2400" dirty="0"/>
              <a:t>’ mode</a:t>
            </a:r>
          </a:p>
          <a:p>
            <a:r>
              <a:rPr lang="en-US" sz="2400" dirty="0"/>
              <a:t>To read and write in binary files read() and write() methods are used</a:t>
            </a:r>
          </a:p>
          <a:p>
            <a:r>
              <a:rPr lang="en-US" sz="2400" dirty="0"/>
              <a:t>When a file name is provide in open() method it will search the file in the current directory/ folder. But if the file is located somewhere else then need to provide the full path as:</a:t>
            </a:r>
          </a:p>
          <a:p>
            <a:r>
              <a:rPr lang="en-US" sz="2400" dirty="0"/>
              <a:t>F = open(‘c:\\documents\\filename.png’, ’</a:t>
            </a:r>
            <a:r>
              <a:rPr lang="en-US" sz="2400" dirty="0" err="1"/>
              <a:t>rb</a:t>
            </a:r>
            <a:r>
              <a:rPr lang="en-US" sz="2400" dirty="0"/>
              <a:t>’)</a:t>
            </a:r>
          </a:p>
          <a:p>
            <a:r>
              <a:rPr lang="en-US" sz="2400" dirty="0" err="1"/>
              <a:t>eg</a:t>
            </a:r>
            <a:r>
              <a:rPr lang="en-US" sz="2400" dirty="0"/>
              <a:t>. Copy an image from one file to another.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841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with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‘with’ statement can be used while opening a file.</a:t>
            </a:r>
          </a:p>
          <a:p>
            <a:r>
              <a:rPr lang="en-US" dirty="0"/>
              <a:t>Advantage is that, it will take care of closing a file which is opened by ‘with’ statement.</a:t>
            </a:r>
          </a:p>
          <a:p>
            <a:r>
              <a:rPr lang="en-US" dirty="0"/>
              <a:t>In case of exception also, ‘with’ statement will close the file before the exception is handled.</a:t>
            </a:r>
          </a:p>
          <a:p>
            <a:r>
              <a:rPr lang="en-US" dirty="0"/>
              <a:t>Syntax:</a:t>
            </a:r>
          </a:p>
          <a:p>
            <a:pPr marL="0" indent="0" algn="ctr">
              <a:buNone/>
            </a:pPr>
            <a:r>
              <a:rPr lang="en-US" dirty="0"/>
              <a:t>with open(“filename”, “</a:t>
            </a:r>
            <a:r>
              <a:rPr lang="en-US" dirty="0" err="1"/>
              <a:t>openmode</a:t>
            </a:r>
            <a:r>
              <a:rPr lang="en-US" dirty="0"/>
              <a:t>”) as </a:t>
            </a:r>
            <a:r>
              <a:rPr lang="en-US" dirty="0" err="1"/>
              <a:t>fileobj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95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Use to store structured data into a binary file</a:t>
            </a:r>
          </a:p>
          <a:p>
            <a:r>
              <a:rPr lang="en-US" dirty="0"/>
              <a:t>Create an object of a class and that object should be stored into a binary file in the form of bytes</a:t>
            </a:r>
          </a:p>
          <a:p>
            <a:r>
              <a:rPr lang="en-US" dirty="0"/>
              <a:t>It is called pickle or serialization or object serialization</a:t>
            </a:r>
          </a:p>
          <a:p>
            <a:r>
              <a:rPr lang="en-US" dirty="0"/>
              <a:t>Pickle is the process of converting a class object into a byte stream so that it can be stored into a file</a:t>
            </a:r>
          </a:p>
          <a:p>
            <a:r>
              <a:rPr lang="en-US" dirty="0"/>
              <a:t>Need to import pickle module</a:t>
            </a:r>
          </a:p>
          <a:p>
            <a:r>
              <a:rPr lang="en-US" dirty="0"/>
              <a:t>Methods used are:</a:t>
            </a:r>
          </a:p>
          <a:p>
            <a:pPr marL="457200" lvl="1" indent="0">
              <a:buNone/>
            </a:pPr>
            <a:r>
              <a:rPr lang="en-US" dirty="0" err="1"/>
              <a:t>pickle.dump</a:t>
            </a:r>
            <a:r>
              <a:rPr lang="en-US" dirty="0"/>
              <a:t>(</a:t>
            </a:r>
            <a:r>
              <a:rPr lang="en-US" dirty="0" err="1"/>
              <a:t>obj</a:t>
            </a:r>
            <a:r>
              <a:rPr lang="en-US" dirty="0"/>
              <a:t>, file) -&gt; stores the object into file</a:t>
            </a:r>
          </a:p>
          <a:p>
            <a:pPr marL="457200" lvl="1" indent="0">
              <a:buNone/>
            </a:pPr>
            <a:r>
              <a:rPr lang="en-US" dirty="0" err="1"/>
              <a:t>obj</a:t>
            </a:r>
            <a:r>
              <a:rPr lang="en-US" dirty="0"/>
              <a:t> = </a:t>
            </a:r>
            <a:r>
              <a:rPr lang="en-US" dirty="0" err="1"/>
              <a:t>pickle.load</a:t>
            </a:r>
            <a:r>
              <a:rPr lang="en-US" dirty="0"/>
              <a:t>(file)  -&gt;reads an object from binary file</a:t>
            </a:r>
          </a:p>
          <a:p>
            <a:pPr marL="514350" indent="-457200"/>
            <a:r>
              <a:rPr lang="en-US" dirty="0"/>
              <a:t>This is also called as pickling and </a:t>
            </a:r>
            <a:r>
              <a:rPr lang="en-US" dirty="0" err="1"/>
              <a:t>unpickling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873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tell()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know the position of the file pointer, we can use the tell() method</a:t>
            </a:r>
          </a:p>
          <a:p>
            <a:r>
              <a:rPr lang="en-US" dirty="0"/>
              <a:t>It returns the current position of the file pointer from the beginning of the file</a:t>
            </a:r>
          </a:p>
          <a:p>
            <a:pPr marL="0" indent="0">
              <a:buNone/>
            </a:pPr>
            <a:r>
              <a:rPr lang="en-US" dirty="0" err="1"/>
              <a:t>eg</a:t>
            </a:r>
            <a:r>
              <a:rPr lang="en-US" dirty="0"/>
              <a:t>.   n = </a:t>
            </a:r>
            <a:r>
              <a:rPr lang="en-US" dirty="0" err="1"/>
              <a:t>fObj.tell</a:t>
            </a:r>
            <a:r>
              <a:rPr lang="en-US" dirty="0"/>
              <a:t>()  will return a position number</a:t>
            </a:r>
          </a:p>
          <a:p>
            <a:r>
              <a:rPr lang="en-US" dirty="0"/>
              <a:t>Using seek() and tell() method we can reach to a particular position and can check the current position reached in the file respectively.</a:t>
            </a:r>
          </a:p>
        </p:txBody>
      </p:sp>
    </p:spTree>
    <p:extLst>
      <p:ext uri="{BB962C8B-B14F-4D97-AF65-F5344CB8AC3E}">
        <p14:creationId xmlns:p14="http://schemas.microsoft.com/office/powerpoint/2010/main" val="2980372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1068</Words>
  <Application>Microsoft Office PowerPoint</Application>
  <PresentationFormat>On-screen Show (4:3)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Files in Python</vt:lpstr>
      <vt:lpstr>Advantages of storing data in file</vt:lpstr>
      <vt:lpstr>Opening a file</vt:lpstr>
      <vt:lpstr>File opening modes</vt:lpstr>
      <vt:lpstr>Read – Write &amp; Close</vt:lpstr>
      <vt:lpstr>f.Seek (offset, fromwhere)</vt:lpstr>
      <vt:lpstr>File Exists or Not</vt:lpstr>
      <vt:lpstr>For loop to read line by line</vt:lpstr>
      <vt:lpstr>Working with Binary Files</vt:lpstr>
      <vt:lpstr>The with Statement</vt:lpstr>
      <vt:lpstr>Pickle</vt:lpstr>
      <vt:lpstr>tell()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Files in Python</dc:title>
  <dc:creator>urja</dc:creator>
  <cp:lastModifiedBy>Urja Mankad</cp:lastModifiedBy>
  <cp:revision>107</cp:revision>
  <dcterms:created xsi:type="dcterms:W3CDTF">2006-08-16T00:00:00Z</dcterms:created>
  <dcterms:modified xsi:type="dcterms:W3CDTF">2024-01-26T09:57:45Z</dcterms:modified>
</cp:coreProperties>
</file>